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65" r:id="rId2"/>
    <p:sldId id="257" r:id="rId3"/>
    <p:sldId id="258" r:id="rId4"/>
    <p:sldId id="259" r:id="rId5"/>
    <p:sldId id="260" r:id="rId6"/>
    <p:sldId id="269" r:id="rId7"/>
    <p:sldId id="273" r:id="rId8"/>
    <p:sldId id="274" r:id="rId9"/>
    <p:sldId id="275" r:id="rId10"/>
    <p:sldId id="270" r:id="rId11"/>
    <p:sldId id="2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8F8F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5A997A-2EBF-6BC2-0F8E-61F8D523F62E}" v="191" dt="2025-01-27T00:23:39.356"/>
    <p1510:client id="{60AB5B48-1B03-92CC-2ED0-81085293A9E6}" v="1" dt="2025-01-26T23:47:51.9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60"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FF3C94-D8C6-4068-8B43-0ECBA3399E0A}"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3ACF6C2B-4141-4FB6-BCFB-39EE0B51DCB9}">
      <dgm:prSet custT="1"/>
      <dgm:spPr/>
      <dgm:t>
        <a:bodyPr/>
        <a:lstStyle/>
        <a:p>
          <a:pPr rtl="0"/>
          <a:r>
            <a:rPr lang="en-US" sz="2800" b="1" dirty="0">
              <a:latin typeface="+mn-lt"/>
            </a:rPr>
            <a:t>Established</a:t>
          </a:r>
          <a:r>
            <a:rPr lang="en-US" sz="2800" dirty="0">
              <a:latin typeface="+mn-lt"/>
            </a:rPr>
            <a:t>: 2022 with support from Sikh Center Seattle Gurudwara Board</a:t>
          </a:r>
        </a:p>
      </dgm:t>
    </dgm:pt>
    <dgm:pt modelId="{B076894A-F95C-4BF1-AAEB-9FDB8902A446}" type="parTrans" cxnId="{A2116AD3-5861-432A-ACDF-FE0124A2F6A2}">
      <dgm:prSet/>
      <dgm:spPr/>
      <dgm:t>
        <a:bodyPr/>
        <a:lstStyle/>
        <a:p>
          <a:endParaRPr lang="en-US" sz="2800">
            <a:latin typeface="+mn-lt"/>
          </a:endParaRPr>
        </a:p>
      </dgm:t>
    </dgm:pt>
    <dgm:pt modelId="{701588F8-60AA-4AC9-999E-5D8F395722A3}" type="sibTrans" cxnId="{A2116AD3-5861-432A-ACDF-FE0124A2F6A2}">
      <dgm:prSet/>
      <dgm:spPr/>
      <dgm:t>
        <a:bodyPr/>
        <a:lstStyle/>
        <a:p>
          <a:endParaRPr lang="en-US" sz="2800">
            <a:latin typeface="+mn-lt"/>
          </a:endParaRPr>
        </a:p>
      </dgm:t>
    </dgm:pt>
    <dgm:pt modelId="{934B1D74-6DCD-4B26-859C-B9D1AC01F3A7}">
      <dgm:prSet custT="1"/>
      <dgm:spPr/>
      <dgm:t>
        <a:bodyPr/>
        <a:lstStyle/>
        <a:p>
          <a:r>
            <a:rPr lang="en-US" sz="2800" b="1" dirty="0">
              <a:latin typeface="+mn-lt"/>
            </a:rPr>
            <a:t>Vision</a:t>
          </a:r>
          <a:r>
            <a:rPr lang="en-US" sz="2800" dirty="0">
              <a:latin typeface="+mn-lt"/>
            </a:rPr>
            <a:t>: To introduce youth to coding at an early age, fostering STEM interest</a:t>
          </a:r>
        </a:p>
      </dgm:t>
    </dgm:pt>
    <dgm:pt modelId="{5593BD36-5FF6-40F1-AF43-77505A2E869A}" type="parTrans" cxnId="{B2B04437-F17F-4C19-B868-F435DEFA5B5B}">
      <dgm:prSet/>
      <dgm:spPr/>
      <dgm:t>
        <a:bodyPr/>
        <a:lstStyle/>
        <a:p>
          <a:endParaRPr lang="en-US" sz="2800">
            <a:latin typeface="+mn-lt"/>
          </a:endParaRPr>
        </a:p>
      </dgm:t>
    </dgm:pt>
    <dgm:pt modelId="{B9A8357C-53A1-480E-A097-F2F001B6AF16}" type="sibTrans" cxnId="{B2B04437-F17F-4C19-B868-F435DEFA5B5B}">
      <dgm:prSet/>
      <dgm:spPr/>
      <dgm:t>
        <a:bodyPr/>
        <a:lstStyle/>
        <a:p>
          <a:endParaRPr lang="en-US" sz="2800">
            <a:latin typeface="+mn-lt"/>
          </a:endParaRPr>
        </a:p>
      </dgm:t>
    </dgm:pt>
    <dgm:pt modelId="{544653D0-EC9E-4510-9E7E-63C33064CF61}">
      <dgm:prSet custT="1"/>
      <dgm:spPr/>
      <dgm:t>
        <a:bodyPr/>
        <a:lstStyle/>
        <a:p>
          <a:r>
            <a:rPr lang="en-US" sz="2800" b="1" dirty="0">
              <a:latin typeface="+mn-lt"/>
            </a:rPr>
            <a:t>Target Audience</a:t>
          </a:r>
          <a:r>
            <a:rPr lang="en-US" sz="2800" dirty="0">
              <a:latin typeface="+mn-lt"/>
            </a:rPr>
            <a:t>: Students from K-8</a:t>
          </a:r>
        </a:p>
      </dgm:t>
    </dgm:pt>
    <dgm:pt modelId="{E2940CD3-E6E6-4FDF-ABA3-C73DE054709D}" type="parTrans" cxnId="{C7B1FA47-F5FA-470D-8CF1-E966B225F5BF}">
      <dgm:prSet/>
      <dgm:spPr/>
      <dgm:t>
        <a:bodyPr/>
        <a:lstStyle/>
        <a:p>
          <a:endParaRPr lang="en-US" sz="2800">
            <a:latin typeface="+mn-lt"/>
          </a:endParaRPr>
        </a:p>
      </dgm:t>
    </dgm:pt>
    <dgm:pt modelId="{D89773B5-7805-4C94-BBFA-FE54D189F715}" type="sibTrans" cxnId="{C7B1FA47-F5FA-470D-8CF1-E966B225F5BF}">
      <dgm:prSet/>
      <dgm:spPr/>
      <dgm:t>
        <a:bodyPr/>
        <a:lstStyle/>
        <a:p>
          <a:endParaRPr lang="en-US" sz="2800">
            <a:latin typeface="+mn-lt"/>
          </a:endParaRPr>
        </a:p>
      </dgm:t>
    </dgm:pt>
    <dgm:pt modelId="{EABC4DD6-1456-48D4-B44F-1EFE4130DC10}" type="pres">
      <dgm:prSet presAssocID="{1EFF3C94-D8C6-4068-8B43-0ECBA3399E0A}" presName="vert0" presStyleCnt="0">
        <dgm:presLayoutVars>
          <dgm:dir/>
          <dgm:animOne val="branch"/>
          <dgm:animLvl val="lvl"/>
        </dgm:presLayoutVars>
      </dgm:prSet>
      <dgm:spPr/>
    </dgm:pt>
    <dgm:pt modelId="{22E306EA-F44F-4716-A5B7-D839F3082AA2}" type="pres">
      <dgm:prSet presAssocID="{3ACF6C2B-4141-4FB6-BCFB-39EE0B51DCB9}" presName="thickLine" presStyleLbl="alignNode1" presStyleIdx="0" presStyleCnt="3"/>
      <dgm:spPr/>
    </dgm:pt>
    <dgm:pt modelId="{B8D1FD4F-B0A2-4A5C-99E7-25E8668B9856}" type="pres">
      <dgm:prSet presAssocID="{3ACF6C2B-4141-4FB6-BCFB-39EE0B51DCB9}" presName="horz1" presStyleCnt="0"/>
      <dgm:spPr/>
    </dgm:pt>
    <dgm:pt modelId="{D92F073C-3CF8-4FC8-BA32-C30B315A7401}" type="pres">
      <dgm:prSet presAssocID="{3ACF6C2B-4141-4FB6-BCFB-39EE0B51DCB9}" presName="tx1" presStyleLbl="revTx" presStyleIdx="0" presStyleCnt="3"/>
      <dgm:spPr/>
    </dgm:pt>
    <dgm:pt modelId="{1A7839C9-AACE-49E5-B301-F914A59F4D5C}" type="pres">
      <dgm:prSet presAssocID="{3ACF6C2B-4141-4FB6-BCFB-39EE0B51DCB9}" presName="vert1" presStyleCnt="0"/>
      <dgm:spPr/>
    </dgm:pt>
    <dgm:pt modelId="{DB5C2ABC-1ABA-4191-8E70-A272EC112B46}" type="pres">
      <dgm:prSet presAssocID="{934B1D74-6DCD-4B26-859C-B9D1AC01F3A7}" presName="thickLine" presStyleLbl="alignNode1" presStyleIdx="1" presStyleCnt="3"/>
      <dgm:spPr/>
    </dgm:pt>
    <dgm:pt modelId="{37AAE731-D79B-462C-B153-B464BA88531E}" type="pres">
      <dgm:prSet presAssocID="{934B1D74-6DCD-4B26-859C-B9D1AC01F3A7}" presName="horz1" presStyleCnt="0"/>
      <dgm:spPr/>
    </dgm:pt>
    <dgm:pt modelId="{3A78E6BA-AD66-4216-9C6E-497DC2B02B56}" type="pres">
      <dgm:prSet presAssocID="{934B1D74-6DCD-4B26-859C-B9D1AC01F3A7}" presName="tx1" presStyleLbl="revTx" presStyleIdx="1" presStyleCnt="3"/>
      <dgm:spPr/>
    </dgm:pt>
    <dgm:pt modelId="{3EBEE19A-DC91-4D67-804E-8C3F52B8270B}" type="pres">
      <dgm:prSet presAssocID="{934B1D74-6DCD-4B26-859C-B9D1AC01F3A7}" presName="vert1" presStyleCnt="0"/>
      <dgm:spPr/>
    </dgm:pt>
    <dgm:pt modelId="{F7592F1B-1590-4498-9019-E8DCE19AD134}" type="pres">
      <dgm:prSet presAssocID="{544653D0-EC9E-4510-9E7E-63C33064CF61}" presName="thickLine" presStyleLbl="alignNode1" presStyleIdx="2" presStyleCnt="3"/>
      <dgm:spPr/>
    </dgm:pt>
    <dgm:pt modelId="{DF425004-196A-40AB-A028-7F9125E80F2F}" type="pres">
      <dgm:prSet presAssocID="{544653D0-EC9E-4510-9E7E-63C33064CF61}" presName="horz1" presStyleCnt="0"/>
      <dgm:spPr/>
    </dgm:pt>
    <dgm:pt modelId="{D1612C08-E730-4EEA-85E7-6232986293E5}" type="pres">
      <dgm:prSet presAssocID="{544653D0-EC9E-4510-9E7E-63C33064CF61}" presName="tx1" presStyleLbl="revTx" presStyleIdx="2" presStyleCnt="3"/>
      <dgm:spPr/>
    </dgm:pt>
    <dgm:pt modelId="{C4CDF576-A514-4D2F-A812-38E4879CECF4}" type="pres">
      <dgm:prSet presAssocID="{544653D0-EC9E-4510-9E7E-63C33064CF61}" presName="vert1" presStyleCnt="0"/>
      <dgm:spPr/>
    </dgm:pt>
  </dgm:ptLst>
  <dgm:cxnLst>
    <dgm:cxn modelId="{1E4C9C07-8C8A-4A30-8155-2438413AA4FB}" type="presOf" srcId="{1EFF3C94-D8C6-4068-8B43-0ECBA3399E0A}" destId="{EABC4DD6-1456-48D4-B44F-1EFE4130DC10}" srcOrd="0" destOrd="0" presId="urn:microsoft.com/office/officeart/2008/layout/LinedList"/>
    <dgm:cxn modelId="{026DEF27-ADED-45A6-A438-2CACCE070BB3}" type="presOf" srcId="{934B1D74-6DCD-4B26-859C-B9D1AC01F3A7}" destId="{3A78E6BA-AD66-4216-9C6E-497DC2B02B56}" srcOrd="0" destOrd="0" presId="urn:microsoft.com/office/officeart/2008/layout/LinedList"/>
    <dgm:cxn modelId="{B2B04437-F17F-4C19-B868-F435DEFA5B5B}" srcId="{1EFF3C94-D8C6-4068-8B43-0ECBA3399E0A}" destId="{934B1D74-6DCD-4B26-859C-B9D1AC01F3A7}" srcOrd="1" destOrd="0" parTransId="{5593BD36-5FF6-40F1-AF43-77505A2E869A}" sibTransId="{B9A8357C-53A1-480E-A097-F2F001B6AF16}"/>
    <dgm:cxn modelId="{C7B1FA47-F5FA-470D-8CF1-E966B225F5BF}" srcId="{1EFF3C94-D8C6-4068-8B43-0ECBA3399E0A}" destId="{544653D0-EC9E-4510-9E7E-63C33064CF61}" srcOrd="2" destOrd="0" parTransId="{E2940CD3-E6E6-4FDF-ABA3-C73DE054709D}" sibTransId="{D89773B5-7805-4C94-BBFA-FE54D189F715}"/>
    <dgm:cxn modelId="{21E1F84D-1772-4310-8E0B-8ED4F5CEFD37}" type="presOf" srcId="{3ACF6C2B-4141-4FB6-BCFB-39EE0B51DCB9}" destId="{D92F073C-3CF8-4FC8-BA32-C30B315A7401}" srcOrd="0" destOrd="0" presId="urn:microsoft.com/office/officeart/2008/layout/LinedList"/>
    <dgm:cxn modelId="{A2116AD3-5861-432A-ACDF-FE0124A2F6A2}" srcId="{1EFF3C94-D8C6-4068-8B43-0ECBA3399E0A}" destId="{3ACF6C2B-4141-4FB6-BCFB-39EE0B51DCB9}" srcOrd="0" destOrd="0" parTransId="{B076894A-F95C-4BF1-AAEB-9FDB8902A446}" sibTransId="{701588F8-60AA-4AC9-999E-5D8F395722A3}"/>
    <dgm:cxn modelId="{CF0CC4EB-DE26-45A0-BB62-53B1839C6181}" type="presOf" srcId="{544653D0-EC9E-4510-9E7E-63C33064CF61}" destId="{D1612C08-E730-4EEA-85E7-6232986293E5}" srcOrd="0" destOrd="0" presId="urn:microsoft.com/office/officeart/2008/layout/LinedList"/>
    <dgm:cxn modelId="{DE7FFCAA-7FB4-4915-8D61-FEF5A135F51A}" type="presParOf" srcId="{EABC4DD6-1456-48D4-B44F-1EFE4130DC10}" destId="{22E306EA-F44F-4716-A5B7-D839F3082AA2}" srcOrd="0" destOrd="0" presId="urn:microsoft.com/office/officeart/2008/layout/LinedList"/>
    <dgm:cxn modelId="{336BC424-EB61-47A2-A0C5-9F6F9E62B67A}" type="presParOf" srcId="{EABC4DD6-1456-48D4-B44F-1EFE4130DC10}" destId="{B8D1FD4F-B0A2-4A5C-99E7-25E8668B9856}" srcOrd="1" destOrd="0" presId="urn:microsoft.com/office/officeart/2008/layout/LinedList"/>
    <dgm:cxn modelId="{E1C121C0-B12E-48CB-A5FF-E78F7BE3B314}" type="presParOf" srcId="{B8D1FD4F-B0A2-4A5C-99E7-25E8668B9856}" destId="{D92F073C-3CF8-4FC8-BA32-C30B315A7401}" srcOrd="0" destOrd="0" presId="urn:microsoft.com/office/officeart/2008/layout/LinedList"/>
    <dgm:cxn modelId="{F3574B0D-B4BB-497D-B485-61E5787308CB}" type="presParOf" srcId="{B8D1FD4F-B0A2-4A5C-99E7-25E8668B9856}" destId="{1A7839C9-AACE-49E5-B301-F914A59F4D5C}" srcOrd="1" destOrd="0" presId="urn:microsoft.com/office/officeart/2008/layout/LinedList"/>
    <dgm:cxn modelId="{589BCD68-AD00-45F6-B353-8B7F249996B6}" type="presParOf" srcId="{EABC4DD6-1456-48D4-B44F-1EFE4130DC10}" destId="{DB5C2ABC-1ABA-4191-8E70-A272EC112B46}" srcOrd="2" destOrd="0" presId="urn:microsoft.com/office/officeart/2008/layout/LinedList"/>
    <dgm:cxn modelId="{1CC43D63-8036-4062-B1D5-840B99DE2BBF}" type="presParOf" srcId="{EABC4DD6-1456-48D4-B44F-1EFE4130DC10}" destId="{37AAE731-D79B-462C-B153-B464BA88531E}" srcOrd="3" destOrd="0" presId="urn:microsoft.com/office/officeart/2008/layout/LinedList"/>
    <dgm:cxn modelId="{D190E022-9D5C-4114-95D1-029EF9D91A0C}" type="presParOf" srcId="{37AAE731-D79B-462C-B153-B464BA88531E}" destId="{3A78E6BA-AD66-4216-9C6E-497DC2B02B56}" srcOrd="0" destOrd="0" presId="urn:microsoft.com/office/officeart/2008/layout/LinedList"/>
    <dgm:cxn modelId="{D74C0216-2185-409D-8B20-E25632B54632}" type="presParOf" srcId="{37AAE731-D79B-462C-B153-B464BA88531E}" destId="{3EBEE19A-DC91-4D67-804E-8C3F52B8270B}" srcOrd="1" destOrd="0" presId="urn:microsoft.com/office/officeart/2008/layout/LinedList"/>
    <dgm:cxn modelId="{770261DE-8D74-4BA3-BD55-2B8754534C02}" type="presParOf" srcId="{EABC4DD6-1456-48D4-B44F-1EFE4130DC10}" destId="{F7592F1B-1590-4498-9019-E8DCE19AD134}" srcOrd="4" destOrd="0" presId="urn:microsoft.com/office/officeart/2008/layout/LinedList"/>
    <dgm:cxn modelId="{3C4342E5-E869-4686-B395-940EDBA70A3A}" type="presParOf" srcId="{EABC4DD6-1456-48D4-B44F-1EFE4130DC10}" destId="{DF425004-196A-40AB-A028-7F9125E80F2F}" srcOrd="5" destOrd="0" presId="urn:microsoft.com/office/officeart/2008/layout/LinedList"/>
    <dgm:cxn modelId="{0F69EAF6-A326-42C3-8076-7BCCEB2B94CD}" type="presParOf" srcId="{DF425004-196A-40AB-A028-7F9125E80F2F}" destId="{D1612C08-E730-4EEA-85E7-6232986293E5}" srcOrd="0" destOrd="0" presId="urn:microsoft.com/office/officeart/2008/layout/LinedList"/>
    <dgm:cxn modelId="{8C40B46A-9AA6-4647-9635-3B236CB917FB}" type="presParOf" srcId="{DF425004-196A-40AB-A028-7F9125E80F2F}" destId="{C4CDF576-A514-4D2F-A812-38E4879CECF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FF3C94-D8C6-4068-8B43-0ECBA3399E0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3ACF6C2B-4141-4FB6-BCFB-39EE0B51DCB9}">
      <dgm:prSet custT="1"/>
      <dgm:spPr/>
      <dgm:t>
        <a:bodyPr/>
        <a:lstStyle/>
        <a:p>
          <a:r>
            <a:rPr lang="en-US" sz="2800" b="0" dirty="0">
              <a:latin typeface="+mn-lt"/>
            </a:rPr>
            <a:t>Started with 5 students, grew to 12</a:t>
          </a:r>
        </a:p>
      </dgm:t>
    </dgm:pt>
    <dgm:pt modelId="{B076894A-F95C-4BF1-AAEB-9FDB8902A446}" type="parTrans" cxnId="{A2116AD3-5861-432A-ACDF-FE0124A2F6A2}">
      <dgm:prSet/>
      <dgm:spPr/>
      <dgm:t>
        <a:bodyPr/>
        <a:lstStyle/>
        <a:p>
          <a:endParaRPr lang="en-US" sz="2800">
            <a:latin typeface="+mn-lt"/>
          </a:endParaRPr>
        </a:p>
      </dgm:t>
    </dgm:pt>
    <dgm:pt modelId="{701588F8-60AA-4AC9-999E-5D8F395722A3}" type="sibTrans" cxnId="{A2116AD3-5861-432A-ACDF-FE0124A2F6A2}">
      <dgm:prSet/>
      <dgm:spPr/>
      <dgm:t>
        <a:bodyPr/>
        <a:lstStyle/>
        <a:p>
          <a:endParaRPr lang="en-US" sz="2800">
            <a:latin typeface="+mn-lt"/>
          </a:endParaRPr>
        </a:p>
      </dgm:t>
    </dgm:pt>
    <dgm:pt modelId="{106FE8D5-B0D6-4EBF-B6A5-8239193FD926}">
      <dgm:prSet custT="1"/>
      <dgm:spPr/>
      <dgm:t>
        <a:bodyPr/>
        <a:lstStyle/>
        <a:p>
          <a:pPr>
            <a:buFont typeface="Arial" panose="020B0604020202020204" pitchFamily="34" charset="0"/>
            <a:buChar char="•"/>
          </a:pPr>
          <a:r>
            <a:rPr lang="en-US" sz="2800" b="0" dirty="0">
              <a:latin typeface="+mn-lt"/>
            </a:rPr>
            <a:t>Introduced Coding Concepts</a:t>
          </a:r>
        </a:p>
      </dgm:t>
    </dgm:pt>
    <dgm:pt modelId="{6A2EEAA9-FC99-435F-B3F5-FAC8ED5E965A}" type="parTrans" cxnId="{8049E656-C439-410D-83A4-189AFFACB27B}">
      <dgm:prSet/>
      <dgm:spPr/>
      <dgm:t>
        <a:bodyPr/>
        <a:lstStyle/>
        <a:p>
          <a:endParaRPr lang="en-US" sz="2800">
            <a:latin typeface="+mn-lt"/>
          </a:endParaRPr>
        </a:p>
      </dgm:t>
    </dgm:pt>
    <dgm:pt modelId="{83190C8A-EB04-47A8-9983-E984C696D2BA}" type="sibTrans" cxnId="{8049E656-C439-410D-83A4-189AFFACB27B}">
      <dgm:prSet/>
      <dgm:spPr/>
      <dgm:t>
        <a:bodyPr/>
        <a:lstStyle/>
        <a:p>
          <a:endParaRPr lang="en-US" sz="2800">
            <a:latin typeface="+mn-lt"/>
          </a:endParaRPr>
        </a:p>
      </dgm:t>
    </dgm:pt>
    <dgm:pt modelId="{D286BD2A-5FEF-4BB0-B91F-2AA24341F965}">
      <dgm:prSet custT="1"/>
      <dgm:spPr/>
      <dgm:t>
        <a:bodyPr/>
        <a:lstStyle/>
        <a:p>
          <a:pPr rtl="0">
            <a:buFont typeface="Arial" panose="020B0604020202020204" pitchFamily="34" charset="0"/>
            <a:buChar char="•"/>
          </a:pPr>
          <a:r>
            <a:rPr lang="en-US" sz="2800" b="0" dirty="0">
              <a:latin typeface="+mn-lt"/>
            </a:rPr>
            <a:t>Completed 5 projects</a:t>
          </a:r>
        </a:p>
      </dgm:t>
    </dgm:pt>
    <dgm:pt modelId="{F234F73A-D0EC-451B-8998-92E3AA0C7F4E}" type="parTrans" cxnId="{AB9FDBD7-5DDC-4BDB-846A-DA370029DFFC}">
      <dgm:prSet/>
      <dgm:spPr/>
      <dgm:t>
        <a:bodyPr/>
        <a:lstStyle/>
        <a:p>
          <a:endParaRPr lang="en-US" sz="2800">
            <a:latin typeface="+mn-lt"/>
          </a:endParaRPr>
        </a:p>
      </dgm:t>
    </dgm:pt>
    <dgm:pt modelId="{B16BA450-7E0B-4082-9BC3-CBE4CA4C17E4}" type="sibTrans" cxnId="{AB9FDBD7-5DDC-4BDB-846A-DA370029DFFC}">
      <dgm:prSet/>
      <dgm:spPr/>
      <dgm:t>
        <a:bodyPr/>
        <a:lstStyle/>
        <a:p>
          <a:endParaRPr lang="en-US" sz="2800">
            <a:latin typeface="+mn-lt"/>
          </a:endParaRPr>
        </a:p>
      </dgm:t>
    </dgm:pt>
    <dgm:pt modelId="{160A4C71-FCC0-4562-A43E-BDB2278D9AAB}">
      <dgm:prSet custT="1"/>
      <dgm:spPr/>
      <dgm:t>
        <a:bodyPr/>
        <a:lstStyle/>
        <a:p>
          <a:pPr>
            <a:buFont typeface="Arial" panose="020B0604020202020204" pitchFamily="34" charset="0"/>
            <a:buChar char="•"/>
          </a:pPr>
          <a:r>
            <a:rPr lang="en-US" sz="2800" b="0" dirty="0">
              <a:latin typeface="+mn-lt"/>
            </a:rPr>
            <a:t>Scratch - Block based coding</a:t>
          </a:r>
        </a:p>
      </dgm:t>
    </dgm:pt>
    <dgm:pt modelId="{C246EAAB-923F-446A-9000-B28459B65E4C}" type="parTrans" cxnId="{D99CDFDA-46BC-4A6E-AAFE-F6B7F79D290B}">
      <dgm:prSet/>
      <dgm:spPr/>
      <dgm:t>
        <a:bodyPr/>
        <a:lstStyle/>
        <a:p>
          <a:endParaRPr lang="en-US" sz="2800">
            <a:latin typeface="+mn-lt"/>
          </a:endParaRPr>
        </a:p>
      </dgm:t>
    </dgm:pt>
    <dgm:pt modelId="{220E2C97-DB81-4157-8682-9358E11765F3}" type="sibTrans" cxnId="{D99CDFDA-46BC-4A6E-AAFE-F6B7F79D290B}">
      <dgm:prSet/>
      <dgm:spPr/>
      <dgm:t>
        <a:bodyPr/>
        <a:lstStyle/>
        <a:p>
          <a:endParaRPr lang="en-US" sz="2800">
            <a:latin typeface="+mn-lt"/>
          </a:endParaRPr>
        </a:p>
      </dgm:t>
    </dgm:pt>
    <dgm:pt modelId="{A4699990-1596-43F0-8984-9315B95711AE}" type="pres">
      <dgm:prSet presAssocID="{1EFF3C94-D8C6-4068-8B43-0ECBA3399E0A}" presName="vert0" presStyleCnt="0">
        <dgm:presLayoutVars>
          <dgm:dir/>
          <dgm:animOne val="branch"/>
          <dgm:animLvl val="lvl"/>
        </dgm:presLayoutVars>
      </dgm:prSet>
      <dgm:spPr/>
    </dgm:pt>
    <dgm:pt modelId="{DB28A305-B885-4871-9C01-D0F78AD4D38C}" type="pres">
      <dgm:prSet presAssocID="{3ACF6C2B-4141-4FB6-BCFB-39EE0B51DCB9}" presName="thickLine" presStyleLbl="alignNode1" presStyleIdx="0" presStyleCnt="4"/>
      <dgm:spPr/>
    </dgm:pt>
    <dgm:pt modelId="{5492AB4E-2260-4583-A7D7-06AB1AA60BE2}" type="pres">
      <dgm:prSet presAssocID="{3ACF6C2B-4141-4FB6-BCFB-39EE0B51DCB9}" presName="horz1" presStyleCnt="0"/>
      <dgm:spPr/>
    </dgm:pt>
    <dgm:pt modelId="{CC987EBB-BC53-41CB-BEF8-A842CE486FAF}" type="pres">
      <dgm:prSet presAssocID="{3ACF6C2B-4141-4FB6-BCFB-39EE0B51DCB9}" presName="tx1" presStyleLbl="revTx" presStyleIdx="0" presStyleCnt="4"/>
      <dgm:spPr/>
    </dgm:pt>
    <dgm:pt modelId="{FD6FA35D-3978-470D-A8CA-87BA5EE69E30}" type="pres">
      <dgm:prSet presAssocID="{3ACF6C2B-4141-4FB6-BCFB-39EE0B51DCB9}" presName="vert1" presStyleCnt="0"/>
      <dgm:spPr/>
    </dgm:pt>
    <dgm:pt modelId="{7125D7CE-61BC-4156-8348-4C715A885B62}" type="pres">
      <dgm:prSet presAssocID="{106FE8D5-B0D6-4EBF-B6A5-8239193FD926}" presName="thickLine" presStyleLbl="alignNode1" presStyleIdx="1" presStyleCnt="4"/>
      <dgm:spPr/>
    </dgm:pt>
    <dgm:pt modelId="{080AAFCC-4C5E-40CB-815E-3DEF2D42D7FB}" type="pres">
      <dgm:prSet presAssocID="{106FE8D5-B0D6-4EBF-B6A5-8239193FD926}" presName="horz1" presStyleCnt="0"/>
      <dgm:spPr/>
    </dgm:pt>
    <dgm:pt modelId="{0474F3DC-F706-49FD-92F7-605D871DD6D9}" type="pres">
      <dgm:prSet presAssocID="{106FE8D5-B0D6-4EBF-B6A5-8239193FD926}" presName="tx1" presStyleLbl="revTx" presStyleIdx="1" presStyleCnt="4"/>
      <dgm:spPr/>
    </dgm:pt>
    <dgm:pt modelId="{A6972278-5B6A-4CED-B7D7-170171296F1C}" type="pres">
      <dgm:prSet presAssocID="{106FE8D5-B0D6-4EBF-B6A5-8239193FD926}" presName="vert1" presStyleCnt="0"/>
      <dgm:spPr/>
    </dgm:pt>
    <dgm:pt modelId="{F3901DD6-AC89-442A-84DD-A2329A5BFC0C}" type="pres">
      <dgm:prSet presAssocID="{160A4C71-FCC0-4562-A43E-BDB2278D9AAB}" presName="thickLine" presStyleLbl="alignNode1" presStyleIdx="2" presStyleCnt="4"/>
      <dgm:spPr/>
    </dgm:pt>
    <dgm:pt modelId="{0D84BB97-3F42-4ADA-A1D7-BCD0B0D9B870}" type="pres">
      <dgm:prSet presAssocID="{160A4C71-FCC0-4562-A43E-BDB2278D9AAB}" presName="horz1" presStyleCnt="0"/>
      <dgm:spPr/>
    </dgm:pt>
    <dgm:pt modelId="{75003149-0361-4C33-9551-EBF58386B146}" type="pres">
      <dgm:prSet presAssocID="{160A4C71-FCC0-4562-A43E-BDB2278D9AAB}" presName="tx1" presStyleLbl="revTx" presStyleIdx="2" presStyleCnt="4"/>
      <dgm:spPr/>
    </dgm:pt>
    <dgm:pt modelId="{D5AFE3EC-D391-49BB-BBBF-8A2984EFB22C}" type="pres">
      <dgm:prSet presAssocID="{160A4C71-FCC0-4562-A43E-BDB2278D9AAB}" presName="vert1" presStyleCnt="0"/>
      <dgm:spPr/>
    </dgm:pt>
    <dgm:pt modelId="{C93BEECE-48FA-475B-B63C-1B4E233A9364}" type="pres">
      <dgm:prSet presAssocID="{D286BD2A-5FEF-4BB0-B91F-2AA24341F965}" presName="thickLine" presStyleLbl="alignNode1" presStyleIdx="3" presStyleCnt="4"/>
      <dgm:spPr/>
    </dgm:pt>
    <dgm:pt modelId="{C933D053-A61B-4997-B16C-D7B2D40387CB}" type="pres">
      <dgm:prSet presAssocID="{D286BD2A-5FEF-4BB0-B91F-2AA24341F965}" presName="horz1" presStyleCnt="0"/>
      <dgm:spPr/>
    </dgm:pt>
    <dgm:pt modelId="{2632CD4B-862F-41F7-BD18-F77B6E391B37}" type="pres">
      <dgm:prSet presAssocID="{D286BD2A-5FEF-4BB0-B91F-2AA24341F965}" presName="tx1" presStyleLbl="revTx" presStyleIdx="3" presStyleCnt="4"/>
      <dgm:spPr/>
    </dgm:pt>
    <dgm:pt modelId="{9B1D65F4-B4BE-4F68-88D0-03FEFE62F3E7}" type="pres">
      <dgm:prSet presAssocID="{D286BD2A-5FEF-4BB0-B91F-2AA24341F965}" presName="vert1" presStyleCnt="0"/>
      <dgm:spPr/>
    </dgm:pt>
  </dgm:ptLst>
  <dgm:cxnLst>
    <dgm:cxn modelId="{77F3360B-C459-49E6-94D8-C24AF0EA08B9}" type="presOf" srcId="{D286BD2A-5FEF-4BB0-B91F-2AA24341F965}" destId="{2632CD4B-862F-41F7-BD18-F77B6E391B37}" srcOrd="0" destOrd="0" presId="urn:microsoft.com/office/officeart/2008/layout/LinedList"/>
    <dgm:cxn modelId="{DCF8552F-FBFF-4DA0-84A3-28BCA09E3739}" type="presOf" srcId="{1EFF3C94-D8C6-4068-8B43-0ECBA3399E0A}" destId="{A4699990-1596-43F0-8984-9315B95711AE}" srcOrd="0" destOrd="0" presId="urn:microsoft.com/office/officeart/2008/layout/LinedList"/>
    <dgm:cxn modelId="{8049E656-C439-410D-83A4-189AFFACB27B}" srcId="{1EFF3C94-D8C6-4068-8B43-0ECBA3399E0A}" destId="{106FE8D5-B0D6-4EBF-B6A5-8239193FD926}" srcOrd="1" destOrd="0" parTransId="{6A2EEAA9-FC99-435F-B3F5-FAC8ED5E965A}" sibTransId="{83190C8A-EB04-47A8-9983-E984C696D2BA}"/>
    <dgm:cxn modelId="{2BD04B85-F348-4188-A547-EEA6B991FA22}" type="presOf" srcId="{106FE8D5-B0D6-4EBF-B6A5-8239193FD926}" destId="{0474F3DC-F706-49FD-92F7-605D871DD6D9}" srcOrd="0" destOrd="0" presId="urn:microsoft.com/office/officeart/2008/layout/LinedList"/>
    <dgm:cxn modelId="{5340E7B3-4E77-431F-AD99-8C29B9A78267}" type="presOf" srcId="{3ACF6C2B-4141-4FB6-BCFB-39EE0B51DCB9}" destId="{CC987EBB-BC53-41CB-BEF8-A842CE486FAF}" srcOrd="0" destOrd="0" presId="urn:microsoft.com/office/officeart/2008/layout/LinedList"/>
    <dgm:cxn modelId="{BC2148CD-8648-4EBC-AAC1-9DFAB0B277DF}" type="presOf" srcId="{160A4C71-FCC0-4562-A43E-BDB2278D9AAB}" destId="{75003149-0361-4C33-9551-EBF58386B146}" srcOrd="0" destOrd="0" presId="urn:microsoft.com/office/officeart/2008/layout/LinedList"/>
    <dgm:cxn modelId="{A2116AD3-5861-432A-ACDF-FE0124A2F6A2}" srcId="{1EFF3C94-D8C6-4068-8B43-0ECBA3399E0A}" destId="{3ACF6C2B-4141-4FB6-BCFB-39EE0B51DCB9}" srcOrd="0" destOrd="0" parTransId="{B076894A-F95C-4BF1-AAEB-9FDB8902A446}" sibTransId="{701588F8-60AA-4AC9-999E-5D8F395722A3}"/>
    <dgm:cxn modelId="{AB9FDBD7-5DDC-4BDB-846A-DA370029DFFC}" srcId="{1EFF3C94-D8C6-4068-8B43-0ECBA3399E0A}" destId="{D286BD2A-5FEF-4BB0-B91F-2AA24341F965}" srcOrd="3" destOrd="0" parTransId="{F234F73A-D0EC-451B-8998-92E3AA0C7F4E}" sibTransId="{B16BA450-7E0B-4082-9BC3-CBE4CA4C17E4}"/>
    <dgm:cxn modelId="{D99CDFDA-46BC-4A6E-AAFE-F6B7F79D290B}" srcId="{1EFF3C94-D8C6-4068-8B43-0ECBA3399E0A}" destId="{160A4C71-FCC0-4562-A43E-BDB2278D9AAB}" srcOrd="2" destOrd="0" parTransId="{C246EAAB-923F-446A-9000-B28459B65E4C}" sibTransId="{220E2C97-DB81-4157-8682-9358E11765F3}"/>
    <dgm:cxn modelId="{AA9D1005-8D45-4165-9EFD-A174D0EEC896}" type="presParOf" srcId="{A4699990-1596-43F0-8984-9315B95711AE}" destId="{DB28A305-B885-4871-9C01-D0F78AD4D38C}" srcOrd="0" destOrd="0" presId="urn:microsoft.com/office/officeart/2008/layout/LinedList"/>
    <dgm:cxn modelId="{8899B30E-94A4-4A83-8A9B-636197A0CB0F}" type="presParOf" srcId="{A4699990-1596-43F0-8984-9315B95711AE}" destId="{5492AB4E-2260-4583-A7D7-06AB1AA60BE2}" srcOrd="1" destOrd="0" presId="urn:microsoft.com/office/officeart/2008/layout/LinedList"/>
    <dgm:cxn modelId="{9A954A8D-B94C-417F-BC33-854A8BA2EBFF}" type="presParOf" srcId="{5492AB4E-2260-4583-A7D7-06AB1AA60BE2}" destId="{CC987EBB-BC53-41CB-BEF8-A842CE486FAF}" srcOrd="0" destOrd="0" presId="urn:microsoft.com/office/officeart/2008/layout/LinedList"/>
    <dgm:cxn modelId="{AEE16D22-3EDB-48C3-B39B-EC66D8938891}" type="presParOf" srcId="{5492AB4E-2260-4583-A7D7-06AB1AA60BE2}" destId="{FD6FA35D-3978-470D-A8CA-87BA5EE69E30}" srcOrd="1" destOrd="0" presId="urn:microsoft.com/office/officeart/2008/layout/LinedList"/>
    <dgm:cxn modelId="{A3F22F80-49C4-4816-8A97-A5D876FB5095}" type="presParOf" srcId="{A4699990-1596-43F0-8984-9315B95711AE}" destId="{7125D7CE-61BC-4156-8348-4C715A885B62}" srcOrd="2" destOrd="0" presId="urn:microsoft.com/office/officeart/2008/layout/LinedList"/>
    <dgm:cxn modelId="{4E981AEE-5554-4FE8-BD96-9CFF74645A10}" type="presParOf" srcId="{A4699990-1596-43F0-8984-9315B95711AE}" destId="{080AAFCC-4C5E-40CB-815E-3DEF2D42D7FB}" srcOrd="3" destOrd="0" presId="urn:microsoft.com/office/officeart/2008/layout/LinedList"/>
    <dgm:cxn modelId="{E7AA0E2F-13F3-4038-9E40-800564DD6D88}" type="presParOf" srcId="{080AAFCC-4C5E-40CB-815E-3DEF2D42D7FB}" destId="{0474F3DC-F706-49FD-92F7-605D871DD6D9}" srcOrd="0" destOrd="0" presId="urn:microsoft.com/office/officeart/2008/layout/LinedList"/>
    <dgm:cxn modelId="{73C3025C-961C-41D4-87C0-8E9914A49814}" type="presParOf" srcId="{080AAFCC-4C5E-40CB-815E-3DEF2D42D7FB}" destId="{A6972278-5B6A-4CED-B7D7-170171296F1C}" srcOrd="1" destOrd="0" presId="urn:microsoft.com/office/officeart/2008/layout/LinedList"/>
    <dgm:cxn modelId="{AF1EB2C2-1340-48A8-90AA-A39709E7B25C}" type="presParOf" srcId="{A4699990-1596-43F0-8984-9315B95711AE}" destId="{F3901DD6-AC89-442A-84DD-A2329A5BFC0C}" srcOrd="4" destOrd="0" presId="urn:microsoft.com/office/officeart/2008/layout/LinedList"/>
    <dgm:cxn modelId="{2F9524E4-EAFB-49C2-9B83-76817BB5BA2F}" type="presParOf" srcId="{A4699990-1596-43F0-8984-9315B95711AE}" destId="{0D84BB97-3F42-4ADA-A1D7-BCD0B0D9B870}" srcOrd="5" destOrd="0" presId="urn:microsoft.com/office/officeart/2008/layout/LinedList"/>
    <dgm:cxn modelId="{87245E81-182E-42F2-A352-482C5D104AF2}" type="presParOf" srcId="{0D84BB97-3F42-4ADA-A1D7-BCD0B0D9B870}" destId="{75003149-0361-4C33-9551-EBF58386B146}" srcOrd="0" destOrd="0" presId="urn:microsoft.com/office/officeart/2008/layout/LinedList"/>
    <dgm:cxn modelId="{E2EE45F2-6A6E-4F50-A089-803362B63839}" type="presParOf" srcId="{0D84BB97-3F42-4ADA-A1D7-BCD0B0D9B870}" destId="{D5AFE3EC-D391-49BB-BBBF-8A2984EFB22C}" srcOrd="1" destOrd="0" presId="urn:microsoft.com/office/officeart/2008/layout/LinedList"/>
    <dgm:cxn modelId="{D5E0D8E5-669D-4FB1-9AB8-269091664C3F}" type="presParOf" srcId="{A4699990-1596-43F0-8984-9315B95711AE}" destId="{C93BEECE-48FA-475B-B63C-1B4E233A9364}" srcOrd="6" destOrd="0" presId="urn:microsoft.com/office/officeart/2008/layout/LinedList"/>
    <dgm:cxn modelId="{1255A8D3-FCBB-424E-9B03-54A04A8770DF}" type="presParOf" srcId="{A4699990-1596-43F0-8984-9315B95711AE}" destId="{C933D053-A61B-4997-B16C-D7B2D40387CB}" srcOrd="7" destOrd="0" presId="urn:microsoft.com/office/officeart/2008/layout/LinedList"/>
    <dgm:cxn modelId="{014A432C-22B6-4C64-BEEA-E05FD4373000}" type="presParOf" srcId="{C933D053-A61B-4997-B16C-D7B2D40387CB}" destId="{2632CD4B-862F-41F7-BD18-F77B6E391B37}" srcOrd="0" destOrd="0" presId="urn:microsoft.com/office/officeart/2008/layout/LinedList"/>
    <dgm:cxn modelId="{E4D23DB3-BEDA-4983-ADA4-C712D4D1CD99}" type="presParOf" srcId="{C933D053-A61B-4997-B16C-D7B2D40387CB}" destId="{9B1D65F4-B4BE-4F68-88D0-03FEFE62F3E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5ED2BE-D8C0-49B7-874E-CD4FE858BB5B}"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57FA6A2B-AAE8-44A1-B555-E5AE7DA30965}">
      <dgm:prSet custT="1"/>
      <dgm:spPr/>
      <dgm:t>
        <a:bodyPr/>
        <a:lstStyle/>
        <a:p>
          <a:pPr rtl="0"/>
          <a:r>
            <a:rPr lang="en-US" sz="2800" b="0" dirty="0">
              <a:latin typeface="+mn-lt"/>
            </a:rPr>
            <a:t>Expanded to 15 students in 2 classes (around 30 in all)</a:t>
          </a:r>
        </a:p>
      </dgm:t>
    </dgm:pt>
    <dgm:pt modelId="{2159183B-9EA2-49B3-B2B7-4A651B4162E1}" type="parTrans" cxnId="{A2394D68-436F-4126-A9A5-E1B9E7981089}">
      <dgm:prSet/>
      <dgm:spPr/>
      <dgm:t>
        <a:bodyPr/>
        <a:lstStyle/>
        <a:p>
          <a:endParaRPr lang="en-US" sz="2800" b="0">
            <a:latin typeface="+mn-lt"/>
          </a:endParaRPr>
        </a:p>
      </dgm:t>
    </dgm:pt>
    <dgm:pt modelId="{E1BC3703-5139-4BE1-ABAC-ABEC9F89F385}" type="sibTrans" cxnId="{A2394D68-436F-4126-A9A5-E1B9E7981089}">
      <dgm:prSet/>
      <dgm:spPr/>
      <dgm:t>
        <a:bodyPr/>
        <a:lstStyle/>
        <a:p>
          <a:endParaRPr lang="en-US" sz="2800" b="0">
            <a:latin typeface="+mn-lt"/>
          </a:endParaRPr>
        </a:p>
      </dgm:t>
    </dgm:pt>
    <dgm:pt modelId="{B0C8F5CB-D401-4D62-B2BF-0642BD4459E5}">
      <dgm:prSet custT="1"/>
      <dgm:spPr/>
      <dgm:t>
        <a:bodyPr/>
        <a:lstStyle/>
        <a:p>
          <a:pPr rtl="0"/>
          <a:r>
            <a:rPr lang="en-US" sz="2800" b="0" dirty="0">
              <a:latin typeface="+mn-lt"/>
            </a:rPr>
            <a:t>Beginner Scratch (K-4),</a:t>
          </a:r>
          <a:br>
            <a:rPr lang="en-US" sz="2800" b="0" dirty="0">
              <a:latin typeface="+mn-lt"/>
            </a:rPr>
          </a:br>
          <a:r>
            <a:rPr lang="en-US" sz="2800" b="0" dirty="0">
              <a:latin typeface="+mn-lt"/>
            </a:rPr>
            <a:t>Advanced Scratch (5-8) </a:t>
          </a:r>
        </a:p>
      </dgm:t>
    </dgm:pt>
    <dgm:pt modelId="{B17B2199-8AA8-4043-9A14-EA390229E37A}" type="parTrans" cxnId="{A6D85FD8-D7F5-4419-A3A3-B9D521561FCD}">
      <dgm:prSet/>
      <dgm:spPr/>
      <dgm:t>
        <a:bodyPr/>
        <a:lstStyle/>
        <a:p>
          <a:endParaRPr lang="en-US" sz="2800" b="0">
            <a:latin typeface="+mn-lt"/>
          </a:endParaRPr>
        </a:p>
      </dgm:t>
    </dgm:pt>
    <dgm:pt modelId="{0BB4C2AA-01D8-4C15-B7D7-FDCFB23A2346}" type="sibTrans" cxnId="{A6D85FD8-D7F5-4419-A3A3-B9D521561FCD}">
      <dgm:prSet/>
      <dgm:spPr/>
      <dgm:t>
        <a:bodyPr/>
        <a:lstStyle/>
        <a:p>
          <a:endParaRPr lang="en-US" sz="2800" b="0">
            <a:latin typeface="+mn-lt"/>
          </a:endParaRPr>
        </a:p>
      </dgm:t>
    </dgm:pt>
    <dgm:pt modelId="{CB8C800A-87B4-4308-A220-4C38239A4B49}">
      <dgm:prSet custT="1"/>
      <dgm:spPr/>
      <dgm:t>
        <a:bodyPr/>
        <a:lstStyle/>
        <a:p>
          <a:pPr rtl="0"/>
          <a:r>
            <a:rPr lang="en-US" sz="2800" b="0" dirty="0">
              <a:latin typeface="+mn-lt"/>
            </a:rPr>
            <a:t>Programming Concepts</a:t>
          </a:r>
          <a:br>
            <a:rPr lang="en-US" sz="2800" b="0" dirty="0">
              <a:latin typeface="+mn-lt"/>
            </a:rPr>
          </a:br>
          <a:br>
            <a:rPr lang="en-US" sz="2800" b="0" dirty="0">
              <a:latin typeface="+mn-lt"/>
            </a:rPr>
          </a:br>
          <a:r>
            <a:rPr lang="en-US" sz="2800" b="0" dirty="0">
              <a:latin typeface="+mn-lt"/>
            </a:rPr>
            <a:t>Completed 10 projects (Games, Animations)</a:t>
          </a:r>
        </a:p>
      </dgm:t>
    </dgm:pt>
    <dgm:pt modelId="{7AFFD0EA-6C54-4049-AEEF-CB87AFA9443B}" type="parTrans" cxnId="{A1B8BA42-A42F-4A32-B873-E954153B253E}">
      <dgm:prSet/>
      <dgm:spPr/>
      <dgm:t>
        <a:bodyPr/>
        <a:lstStyle/>
        <a:p>
          <a:endParaRPr lang="en-US" sz="2800" b="0">
            <a:latin typeface="+mn-lt"/>
          </a:endParaRPr>
        </a:p>
      </dgm:t>
    </dgm:pt>
    <dgm:pt modelId="{4A02D459-9950-417F-835D-465CA881F845}" type="sibTrans" cxnId="{A1B8BA42-A42F-4A32-B873-E954153B253E}">
      <dgm:prSet/>
      <dgm:spPr/>
      <dgm:t>
        <a:bodyPr/>
        <a:lstStyle/>
        <a:p>
          <a:endParaRPr lang="en-US" sz="2800" b="0">
            <a:latin typeface="+mn-lt"/>
          </a:endParaRPr>
        </a:p>
      </dgm:t>
    </dgm:pt>
    <dgm:pt modelId="{833CF3C7-B17C-47F4-9A54-BB1FAB4E6ED6}">
      <dgm:prSet custT="1"/>
      <dgm:spPr/>
      <dgm:t>
        <a:bodyPr/>
        <a:lstStyle/>
        <a:p>
          <a:r>
            <a:rPr lang="en-US" sz="2800" b="0" dirty="0">
              <a:latin typeface="+mn-lt"/>
            </a:rPr>
            <a:t>Addition of 1 more teacher: Ronak Singh</a:t>
          </a:r>
        </a:p>
      </dgm:t>
    </dgm:pt>
    <dgm:pt modelId="{ED15F35D-5032-47E6-BD3D-EE689245F0EA}" type="sibTrans" cxnId="{C9F3D8D0-1568-4D4D-B235-E0CB37511D1F}">
      <dgm:prSet/>
      <dgm:spPr/>
      <dgm:t>
        <a:bodyPr/>
        <a:lstStyle/>
        <a:p>
          <a:endParaRPr lang="en-US" sz="2800" b="0">
            <a:latin typeface="+mn-lt"/>
          </a:endParaRPr>
        </a:p>
      </dgm:t>
    </dgm:pt>
    <dgm:pt modelId="{1F6EB8E8-F0CB-40B0-971C-0E99D46961E6}" type="parTrans" cxnId="{C9F3D8D0-1568-4D4D-B235-E0CB37511D1F}">
      <dgm:prSet/>
      <dgm:spPr/>
      <dgm:t>
        <a:bodyPr/>
        <a:lstStyle/>
        <a:p>
          <a:endParaRPr lang="en-US" sz="2800" b="0">
            <a:latin typeface="+mn-lt"/>
          </a:endParaRPr>
        </a:p>
      </dgm:t>
    </dgm:pt>
    <dgm:pt modelId="{5B52AECC-A9A9-4215-9595-B66CF7FC3A08}" type="pres">
      <dgm:prSet presAssocID="{F45ED2BE-D8C0-49B7-874E-CD4FE858BB5B}" presName="vert0" presStyleCnt="0">
        <dgm:presLayoutVars>
          <dgm:dir/>
          <dgm:animOne val="branch"/>
          <dgm:animLvl val="lvl"/>
        </dgm:presLayoutVars>
      </dgm:prSet>
      <dgm:spPr/>
    </dgm:pt>
    <dgm:pt modelId="{68BA64D8-C237-4824-88E6-79B4D5D9146D}" type="pres">
      <dgm:prSet presAssocID="{57FA6A2B-AAE8-44A1-B555-E5AE7DA30965}" presName="thickLine" presStyleLbl="alignNode1" presStyleIdx="0" presStyleCnt="4"/>
      <dgm:spPr/>
    </dgm:pt>
    <dgm:pt modelId="{DFC2F46B-D8C1-4EC5-9505-67FC68DB1EFB}" type="pres">
      <dgm:prSet presAssocID="{57FA6A2B-AAE8-44A1-B555-E5AE7DA30965}" presName="horz1" presStyleCnt="0"/>
      <dgm:spPr/>
    </dgm:pt>
    <dgm:pt modelId="{98AA076B-9295-4CED-911E-B9EEF55A2E92}" type="pres">
      <dgm:prSet presAssocID="{57FA6A2B-AAE8-44A1-B555-E5AE7DA30965}" presName="tx1" presStyleLbl="revTx" presStyleIdx="0" presStyleCnt="4"/>
      <dgm:spPr/>
    </dgm:pt>
    <dgm:pt modelId="{9B0D54A8-2E84-49AB-A6D5-2736F022C05D}" type="pres">
      <dgm:prSet presAssocID="{57FA6A2B-AAE8-44A1-B555-E5AE7DA30965}" presName="vert1" presStyleCnt="0"/>
      <dgm:spPr/>
    </dgm:pt>
    <dgm:pt modelId="{7185F4AE-F670-416C-996B-F84003D7FBC5}" type="pres">
      <dgm:prSet presAssocID="{833CF3C7-B17C-47F4-9A54-BB1FAB4E6ED6}" presName="thickLine" presStyleLbl="alignNode1" presStyleIdx="1" presStyleCnt="4"/>
      <dgm:spPr/>
    </dgm:pt>
    <dgm:pt modelId="{CB4442EE-3DD5-48D7-9CCF-89E904BEE283}" type="pres">
      <dgm:prSet presAssocID="{833CF3C7-B17C-47F4-9A54-BB1FAB4E6ED6}" presName="horz1" presStyleCnt="0"/>
      <dgm:spPr/>
    </dgm:pt>
    <dgm:pt modelId="{66FE39D2-89A3-4371-8534-E6B3FDA013FC}" type="pres">
      <dgm:prSet presAssocID="{833CF3C7-B17C-47F4-9A54-BB1FAB4E6ED6}" presName="tx1" presStyleLbl="revTx" presStyleIdx="1" presStyleCnt="4"/>
      <dgm:spPr/>
    </dgm:pt>
    <dgm:pt modelId="{9BF796CB-2591-4F2A-A989-F52D2C19F6FE}" type="pres">
      <dgm:prSet presAssocID="{833CF3C7-B17C-47F4-9A54-BB1FAB4E6ED6}" presName="vert1" presStyleCnt="0"/>
      <dgm:spPr/>
    </dgm:pt>
    <dgm:pt modelId="{2BD234D8-44C4-4243-9EB0-E06898895E86}" type="pres">
      <dgm:prSet presAssocID="{B0C8F5CB-D401-4D62-B2BF-0642BD4459E5}" presName="thickLine" presStyleLbl="alignNode1" presStyleIdx="2" presStyleCnt="4"/>
      <dgm:spPr/>
    </dgm:pt>
    <dgm:pt modelId="{309EE53C-C449-49BA-96AF-CF6C7170647A}" type="pres">
      <dgm:prSet presAssocID="{B0C8F5CB-D401-4D62-B2BF-0642BD4459E5}" presName="horz1" presStyleCnt="0"/>
      <dgm:spPr/>
    </dgm:pt>
    <dgm:pt modelId="{FD81816E-581C-4F2D-B96D-8828AAF84909}" type="pres">
      <dgm:prSet presAssocID="{B0C8F5CB-D401-4D62-B2BF-0642BD4459E5}" presName="tx1" presStyleLbl="revTx" presStyleIdx="2" presStyleCnt="4"/>
      <dgm:spPr/>
    </dgm:pt>
    <dgm:pt modelId="{BEC69BA1-D7A5-4C87-8847-179A5E40C4C4}" type="pres">
      <dgm:prSet presAssocID="{B0C8F5CB-D401-4D62-B2BF-0642BD4459E5}" presName="vert1" presStyleCnt="0"/>
      <dgm:spPr/>
    </dgm:pt>
    <dgm:pt modelId="{BD6D0A3B-4514-47FC-9CC3-482D16708876}" type="pres">
      <dgm:prSet presAssocID="{CB8C800A-87B4-4308-A220-4C38239A4B49}" presName="thickLine" presStyleLbl="alignNode1" presStyleIdx="3" presStyleCnt="4"/>
      <dgm:spPr/>
    </dgm:pt>
    <dgm:pt modelId="{4E547287-327C-4A55-AA6D-037115F70C84}" type="pres">
      <dgm:prSet presAssocID="{CB8C800A-87B4-4308-A220-4C38239A4B49}" presName="horz1" presStyleCnt="0"/>
      <dgm:spPr/>
    </dgm:pt>
    <dgm:pt modelId="{22663CB0-3FC0-41F6-A84D-C94DCC102BB4}" type="pres">
      <dgm:prSet presAssocID="{CB8C800A-87B4-4308-A220-4C38239A4B49}" presName="tx1" presStyleLbl="revTx" presStyleIdx="3" presStyleCnt="4"/>
      <dgm:spPr/>
    </dgm:pt>
    <dgm:pt modelId="{2EE4C8EF-DAD6-4261-8A67-2B71D1B6619F}" type="pres">
      <dgm:prSet presAssocID="{CB8C800A-87B4-4308-A220-4C38239A4B49}" presName="vert1" presStyleCnt="0"/>
      <dgm:spPr/>
    </dgm:pt>
  </dgm:ptLst>
  <dgm:cxnLst>
    <dgm:cxn modelId="{A1B8BA42-A42F-4A32-B873-E954153B253E}" srcId="{F45ED2BE-D8C0-49B7-874E-CD4FE858BB5B}" destId="{CB8C800A-87B4-4308-A220-4C38239A4B49}" srcOrd="3" destOrd="0" parTransId="{7AFFD0EA-6C54-4049-AEEF-CB87AFA9443B}" sibTransId="{4A02D459-9950-417F-835D-465CA881F845}"/>
    <dgm:cxn modelId="{A2394D68-436F-4126-A9A5-E1B9E7981089}" srcId="{F45ED2BE-D8C0-49B7-874E-CD4FE858BB5B}" destId="{57FA6A2B-AAE8-44A1-B555-E5AE7DA30965}" srcOrd="0" destOrd="0" parTransId="{2159183B-9EA2-49B3-B2B7-4A651B4162E1}" sibTransId="{E1BC3703-5139-4BE1-ABAC-ABEC9F89F385}"/>
    <dgm:cxn modelId="{000CB680-0E5A-41D4-9FBA-98F0F187F525}" type="presOf" srcId="{B0C8F5CB-D401-4D62-B2BF-0642BD4459E5}" destId="{FD81816E-581C-4F2D-B96D-8828AAF84909}" srcOrd="0" destOrd="0" presId="urn:microsoft.com/office/officeart/2008/layout/LinedList"/>
    <dgm:cxn modelId="{5ECE4FAB-DAF5-4947-A32C-387D193C3A3C}" type="presOf" srcId="{CB8C800A-87B4-4308-A220-4C38239A4B49}" destId="{22663CB0-3FC0-41F6-A84D-C94DCC102BB4}" srcOrd="0" destOrd="0" presId="urn:microsoft.com/office/officeart/2008/layout/LinedList"/>
    <dgm:cxn modelId="{F895D2C1-0679-4694-8FF5-5416A924D9C5}" type="presOf" srcId="{833CF3C7-B17C-47F4-9A54-BB1FAB4E6ED6}" destId="{66FE39D2-89A3-4371-8534-E6B3FDA013FC}" srcOrd="0" destOrd="0" presId="urn:microsoft.com/office/officeart/2008/layout/LinedList"/>
    <dgm:cxn modelId="{C9F3D8D0-1568-4D4D-B235-E0CB37511D1F}" srcId="{F45ED2BE-D8C0-49B7-874E-CD4FE858BB5B}" destId="{833CF3C7-B17C-47F4-9A54-BB1FAB4E6ED6}" srcOrd="1" destOrd="0" parTransId="{1F6EB8E8-F0CB-40B0-971C-0E99D46961E6}" sibTransId="{ED15F35D-5032-47E6-BD3D-EE689245F0EA}"/>
    <dgm:cxn modelId="{A6D85FD8-D7F5-4419-A3A3-B9D521561FCD}" srcId="{F45ED2BE-D8C0-49B7-874E-CD4FE858BB5B}" destId="{B0C8F5CB-D401-4D62-B2BF-0642BD4459E5}" srcOrd="2" destOrd="0" parTransId="{B17B2199-8AA8-4043-9A14-EA390229E37A}" sibTransId="{0BB4C2AA-01D8-4C15-B7D7-FDCFB23A2346}"/>
    <dgm:cxn modelId="{59BB79DB-1739-4AA6-A638-32BCD34F9F76}" type="presOf" srcId="{57FA6A2B-AAE8-44A1-B555-E5AE7DA30965}" destId="{98AA076B-9295-4CED-911E-B9EEF55A2E92}" srcOrd="0" destOrd="0" presId="urn:microsoft.com/office/officeart/2008/layout/LinedList"/>
    <dgm:cxn modelId="{0F2757DD-00D9-4C28-BE33-8A1EAB697ADC}" type="presOf" srcId="{F45ED2BE-D8C0-49B7-874E-CD4FE858BB5B}" destId="{5B52AECC-A9A9-4215-9595-B66CF7FC3A08}" srcOrd="0" destOrd="0" presId="urn:microsoft.com/office/officeart/2008/layout/LinedList"/>
    <dgm:cxn modelId="{B9CF447B-9324-4952-BE2B-9ABF0A2E6E91}" type="presParOf" srcId="{5B52AECC-A9A9-4215-9595-B66CF7FC3A08}" destId="{68BA64D8-C237-4824-88E6-79B4D5D9146D}" srcOrd="0" destOrd="0" presId="urn:microsoft.com/office/officeart/2008/layout/LinedList"/>
    <dgm:cxn modelId="{A7D22873-8D20-43FA-957A-121F79897D49}" type="presParOf" srcId="{5B52AECC-A9A9-4215-9595-B66CF7FC3A08}" destId="{DFC2F46B-D8C1-4EC5-9505-67FC68DB1EFB}" srcOrd="1" destOrd="0" presId="urn:microsoft.com/office/officeart/2008/layout/LinedList"/>
    <dgm:cxn modelId="{0617C73F-D9D2-4586-BCC2-33E118DB8E83}" type="presParOf" srcId="{DFC2F46B-D8C1-4EC5-9505-67FC68DB1EFB}" destId="{98AA076B-9295-4CED-911E-B9EEF55A2E92}" srcOrd="0" destOrd="0" presId="urn:microsoft.com/office/officeart/2008/layout/LinedList"/>
    <dgm:cxn modelId="{14881DA3-189E-42C3-B98C-6476E4B390B6}" type="presParOf" srcId="{DFC2F46B-D8C1-4EC5-9505-67FC68DB1EFB}" destId="{9B0D54A8-2E84-49AB-A6D5-2736F022C05D}" srcOrd="1" destOrd="0" presId="urn:microsoft.com/office/officeart/2008/layout/LinedList"/>
    <dgm:cxn modelId="{D541AD65-D8C0-4D23-9D4E-64DE58A868D9}" type="presParOf" srcId="{5B52AECC-A9A9-4215-9595-B66CF7FC3A08}" destId="{7185F4AE-F670-416C-996B-F84003D7FBC5}" srcOrd="2" destOrd="0" presId="urn:microsoft.com/office/officeart/2008/layout/LinedList"/>
    <dgm:cxn modelId="{2E5364EC-CF97-4CA9-810C-03F158F39D4A}" type="presParOf" srcId="{5B52AECC-A9A9-4215-9595-B66CF7FC3A08}" destId="{CB4442EE-3DD5-48D7-9CCF-89E904BEE283}" srcOrd="3" destOrd="0" presId="urn:microsoft.com/office/officeart/2008/layout/LinedList"/>
    <dgm:cxn modelId="{DF980ED0-9B8E-4898-B73E-B62C2BCD0B55}" type="presParOf" srcId="{CB4442EE-3DD5-48D7-9CCF-89E904BEE283}" destId="{66FE39D2-89A3-4371-8534-E6B3FDA013FC}" srcOrd="0" destOrd="0" presId="urn:microsoft.com/office/officeart/2008/layout/LinedList"/>
    <dgm:cxn modelId="{5AC581B0-1F04-4066-A948-27EE75A5DD0F}" type="presParOf" srcId="{CB4442EE-3DD5-48D7-9CCF-89E904BEE283}" destId="{9BF796CB-2591-4F2A-A989-F52D2C19F6FE}" srcOrd="1" destOrd="0" presId="urn:microsoft.com/office/officeart/2008/layout/LinedList"/>
    <dgm:cxn modelId="{F291B758-1114-4BB6-825A-3A65027D8038}" type="presParOf" srcId="{5B52AECC-A9A9-4215-9595-B66CF7FC3A08}" destId="{2BD234D8-44C4-4243-9EB0-E06898895E86}" srcOrd="4" destOrd="0" presId="urn:microsoft.com/office/officeart/2008/layout/LinedList"/>
    <dgm:cxn modelId="{50C2686C-8F1D-482D-B82E-2FAC22442757}" type="presParOf" srcId="{5B52AECC-A9A9-4215-9595-B66CF7FC3A08}" destId="{309EE53C-C449-49BA-96AF-CF6C7170647A}" srcOrd="5" destOrd="0" presId="urn:microsoft.com/office/officeart/2008/layout/LinedList"/>
    <dgm:cxn modelId="{22AE030F-3FD2-490F-8202-2EBAA0CE749E}" type="presParOf" srcId="{309EE53C-C449-49BA-96AF-CF6C7170647A}" destId="{FD81816E-581C-4F2D-B96D-8828AAF84909}" srcOrd="0" destOrd="0" presId="urn:microsoft.com/office/officeart/2008/layout/LinedList"/>
    <dgm:cxn modelId="{15E0B31F-4359-4B08-A556-4EA81F7C7092}" type="presParOf" srcId="{309EE53C-C449-49BA-96AF-CF6C7170647A}" destId="{BEC69BA1-D7A5-4C87-8847-179A5E40C4C4}" srcOrd="1" destOrd="0" presId="urn:microsoft.com/office/officeart/2008/layout/LinedList"/>
    <dgm:cxn modelId="{A784F311-0C54-4C9B-A5BA-07086A23360F}" type="presParOf" srcId="{5B52AECC-A9A9-4215-9595-B66CF7FC3A08}" destId="{BD6D0A3B-4514-47FC-9CC3-482D16708876}" srcOrd="6" destOrd="0" presId="urn:microsoft.com/office/officeart/2008/layout/LinedList"/>
    <dgm:cxn modelId="{F06699CD-CDC6-4B20-BB93-6C201B3B123D}" type="presParOf" srcId="{5B52AECC-A9A9-4215-9595-B66CF7FC3A08}" destId="{4E547287-327C-4A55-AA6D-037115F70C84}" srcOrd="7" destOrd="0" presId="urn:microsoft.com/office/officeart/2008/layout/LinedList"/>
    <dgm:cxn modelId="{A5EDEC5A-A0D9-4E1C-AD11-C6E228F634EE}" type="presParOf" srcId="{4E547287-327C-4A55-AA6D-037115F70C84}" destId="{22663CB0-3FC0-41F6-A84D-C94DCC102BB4}" srcOrd="0" destOrd="0" presId="urn:microsoft.com/office/officeart/2008/layout/LinedList"/>
    <dgm:cxn modelId="{59E01D93-7ADA-492F-B1B4-FB0C8552CC1B}" type="presParOf" srcId="{4E547287-327C-4A55-AA6D-037115F70C84}" destId="{2EE4C8EF-DAD6-4261-8A67-2B71D1B6619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45ED2BE-D8C0-49B7-874E-CD4FE858BB5B}" type="doc">
      <dgm:prSet loTypeId="urn:microsoft.com/office/officeart/2008/layout/LinedList" loCatId="list" qsTypeId="urn:microsoft.com/office/officeart/2005/8/quickstyle/simple1" qsCatId="simple" csTypeId="urn:microsoft.com/office/officeart/2005/8/colors/accent5_2" csCatId="accent5" phldr="1"/>
      <dgm:spPr/>
      <dgm:t>
        <a:bodyPr/>
        <a:lstStyle/>
        <a:p>
          <a:endParaRPr lang="en-US"/>
        </a:p>
      </dgm:t>
    </dgm:pt>
    <dgm:pt modelId="{57FA6A2B-AAE8-44A1-B555-E5AE7DA30965}">
      <dgm:prSet custT="1"/>
      <dgm:spPr/>
      <dgm:t>
        <a:bodyPr/>
        <a:lstStyle/>
        <a:p>
          <a:pPr rtl="0"/>
          <a:r>
            <a:rPr lang="en-US" sz="2000" b="1" dirty="0">
              <a:latin typeface="+mn-lt"/>
            </a:rPr>
            <a:t>Beginner Scratch (2-3</a:t>
          </a:r>
          <a:r>
            <a:rPr lang="en-US" sz="2000" b="1" baseline="30000" dirty="0">
              <a:latin typeface="+mn-lt"/>
            </a:rPr>
            <a:t>rd</a:t>
          </a:r>
          <a:r>
            <a:rPr lang="en-US" sz="2000" b="1" dirty="0">
              <a:latin typeface="+mn-lt"/>
            </a:rPr>
            <a:t> Graders): </a:t>
          </a:r>
          <a:r>
            <a:rPr lang="en-US" sz="2000" b="0" i="0" dirty="0"/>
            <a:t>Exploring the Scratch interface, creating animations, and designing simple games using loops, conditions, and events.</a:t>
          </a:r>
          <a:br>
            <a:rPr lang="en-US" sz="2000" b="1" dirty="0">
              <a:latin typeface="+mn-lt"/>
            </a:rPr>
          </a:br>
          <a:endParaRPr lang="en-US" sz="2000" b="1" dirty="0">
            <a:latin typeface="+mn-lt"/>
          </a:endParaRPr>
        </a:p>
      </dgm:t>
    </dgm:pt>
    <dgm:pt modelId="{2159183B-9EA2-49B3-B2B7-4A651B4162E1}" type="parTrans" cxnId="{A2394D68-436F-4126-A9A5-E1B9E7981089}">
      <dgm:prSet/>
      <dgm:spPr/>
      <dgm:t>
        <a:bodyPr/>
        <a:lstStyle/>
        <a:p>
          <a:endParaRPr lang="en-US" sz="2000" b="0"/>
        </a:p>
      </dgm:t>
    </dgm:pt>
    <dgm:pt modelId="{E1BC3703-5139-4BE1-ABAC-ABEC9F89F385}" type="sibTrans" cxnId="{A2394D68-436F-4126-A9A5-E1B9E7981089}">
      <dgm:prSet/>
      <dgm:spPr/>
      <dgm:t>
        <a:bodyPr/>
        <a:lstStyle/>
        <a:p>
          <a:endParaRPr lang="en-US" sz="2000" b="0"/>
        </a:p>
      </dgm:t>
    </dgm:pt>
    <dgm:pt modelId="{E29DFFF1-4CB8-444C-A958-122B88BDE4DB}">
      <dgm:prSet custT="1"/>
      <dgm:spPr/>
      <dgm:t>
        <a:bodyPr/>
        <a:lstStyle/>
        <a:p>
          <a:pPr rtl="0"/>
          <a:r>
            <a:rPr lang="en-US" sz="2000" b="1" dirty="0">
              <a:latin typeface="+mn-lt"/>
            </a:rPr>
            <a:t>Advanced Scratch (4-5</a:t>
          </a:r>
          <a:r>
            <a:rPr lang="en-US" sz="2000" b="1" baseline="30000" dirty="0">
              <a:latin typeface="+mn-lt"/>
            </a:rPr>
            <a:t>th</a:t>
          </a:r>
          <a:r>
            <a:rPr lang="en-US" sz="2000" b="1" dirty="0">
              <a:latin typeface="+mn-lt"/>
            </a:rPr>
            <a:t> Graders): </a:t>
          </a:r>
          <a:r>
            <a:rPr lang="en-US" sz="2000" b="0" i="0" dirty="0"/>
            <a:t>Programming concepts like nested loops, custom blocks, variables, while also incorporating advanced user input</a:t>
          </a:r>
          <a:endParaRPr lang="en-US" sz="2000" b="1" dirty="0">
            <a:latin typeface="+mn-lt"/>
          </a:endParaRPr>
        </a:p>
      </dgm:t>
    </dgm:pt>
    <dgm:pt modelId="{B499BF2F-5E65-4B9A-B5E1-E54ABAA693D4}" type="parTrans" cxnId="{7F46B51E-D044-4132-9274-301A1581FEB2}">
      <dgm:prSet/>
      <dgm:spPr/>
      <dgm:t>
        <a:bodyPr/>
        <a:lstStyle/>
        <a:p>
          <a:endParaRPr lang="en-US" sz="2000"/>
        </a:p>
      </dgm:t>
    </dgm:pt>
    <dgm:pt modelId="{3F359007-4C7A-4F1D-9160-D0A6E48F606A}" type="sibTrans" cxnId="{7F46B51E-D044-4132-9274-301A1581FEB2}">
      <dgm:prSet/>
      <dgm:spPr/>
      <dgm:t>
        <a:bodyPr/>
        <a:lstStyle/>
        <a:p>
          <a:endParaRPr lang="en-US" sz="2000"/>
        </a:p>
      </dgm:t>
    </dgm:pt>
    <dgm:pt modelId="{C285A12A-C01A-46E2-91BC-27D413D00939}">
      <dgm:prSet custT="1"/>
      <dgm:spPr/>
      <dgm:t>
        <a:bodyPr/>
        <a:lstStyle/>
        <a:p>
          <a:pPr rtl="0"/>
          <a:r>
            <a:rPr lang="en-US" sz="2000" b="1" dirty="0">
              <a:latin typeface="+mn-lt"/>
            </a:rPr>
            <a:t>Beginner Python (5+ Graders): </a:t>
          </a:r>
          <a:r>
            <a:rPr lang="en-US" sz="2000" b="0" i="0" dirty="0"/>
            <a:t>Introduces fundamental programming concepts such as variables, loops, and conditionals through engaging, hands-on projects</a:t>
          </a:r>
          <a:endParaRPr lang="en-US" sz="2000" b="1" dirty="0">
            <a:latin typeface="+mn-lt"/>
          </a:endParaRPr>
        </a:p>
      </dgm:t>
    </dgm:pt>
    <dgm:pt modelId="{86305D99-F838-4352-8D49-113CC82FBA06}" type="parTrans" cxnId="{4EB48673-89D5-4EC7-B305-A5B225E1B21F}">
      <dgm:prSet/>
      <dgm:spPr/>
      <dgm:t>
        <a:bodyPr/>
        <a:lstStyle/>
        <a:p>
          <a:endParaRPr lang="en-US" sz="2000"/>
        </a:p>
      </dgm:t>
    </dgm:pt>
    <dgm:pt modelId="{69B07D7B-F2F5-4183-A007-292BEDA9CF69}" type="sibTrans" cxnId="{4EB48673-89D5-4EC7-B305-A5B225E1B21F}">
      <dgm:prSet/>
      <dgm:spPr/>
      <dgm:t>
        <a:bodyPr/>
        <a:lstStyle/>
        <a:p>
          <a:endParaRPr lang="en-US" sz="2000"/>
        </a:p>
      </dgm:t>
    </dgm:pt>
    <dgm:pt modelId="{A8021460-66EB-4DE5-822D-1D87BB99A054}" type="pres">
      <dgm:prSet presAssocID="{F45ED2BE-D8C0-49B7-874E-CD4FE858BB5B}" presName="vert0" presStyleCnt="0">
        <dgm:presLayoutVars>
          <dgm:dir/>
          <dgm:animOne val="branch"/>
          <dgm:animLvl val="lvl"/>
        </dgm:presLayoutVars>
      </dgm:prSet>
      <dgm:spPr/>
    </dgm:pt>
    <dgm:pt modelId="{11ED499E-B669-41B2-A534-AE729A1FAAB9}" type="pres">
      <dgm:prSet presAssocID="{57FA6A2B-AAE8-44A1-B555-E5AE7DA30965}" presName="thickLine" presStyleLbl="alignNode1" presStyleIdx="0" presStyleCnt="3"/>
      <dgm:spPr/>
    </dgm:pt>
    <dgm:pt modelId="{8050B914-21A9-459F-A5AD-0BED731C46CE}" type="pres">
      <dgm:prSet presAssocID="{57FA6A2B-AAE8-44A1-B555-E5AE7DA30965}" presName="horz1" presStyleCnt="0"/>
      <dgm:spPr/>
    </dgm:pt>
    <dgm:pt modelId="{F3B40487-6A47-4FC2-ACFF-A8D14996ACA9}" type="pres">
      <dgm:prSet presAssocID="{57FA6A2B-AAE8-44A1-B555-E5AE7DA30965}" presName="tx1" presStyleLbl="revTx" presStyleIdx="0" presStyleCnt="3"/>
      <dgm:spPr/>
    </dgm:pt>
    <dgm:pt modelId="{73CD194F-99E7-41F5-83BB-1A303443BF12}" type="pres">
      <dgm:prSet presAssocID="{57FA6A2B-AAE8-44A1-B555-E5AE7DA30965}" presName="vert1" presStyleCnt="0"/>
      <dgm:spPr/>
    </dgm:pt>
    <dgm:pt modelId="{82633D34-95B9-4D6C-BB6B-D1FF4020512C}" type="pres">
      <dgm:prSet presAssocID="{E29DFFF1-4CB8-444C-A958-122B88BDE4DB}" presName="thickLine" presStyleLbl="alignNode1" presStyleIdx="1" presStyleCnt="3"/>
      <dgm:spPr/>
    </dgm:pt>
    <dgm:pt modelId="{8F7B50BE-4362-4D5C-B77B-7EB18A85A3CC}" type="pres">
      <dgm:prSet presAssocID="{E29DFFF1-4CB8-444C-A958-122B88BDE4DB}" presName="horz1" presStyleCnt="0"/>
      <dgm:spPr/>
    </dgm:pt>
    <dgm:pt modelId="{D5DE2718-34C5-4EFD-B90F-7FF4120230CE}" type="pres">
      <dgm:prSet presAssocID="{E29DFFF1-4CB8-444C-A958-122B88BDE4DB}" presName="tx1" presStyleLbl="revTx" presStyleIdx="1" presStyleCnt="3"/>
      <dgm:spPr/>
    </dgm:pt>
    <dgm:pt modelId="{F046142A-0BCE-4712-9F30-A06C1A2270E2}" type="pres">
      <dgm:prSet presAssocID="{E29DFFF1-4CB8-444C-A958-122B88BDE4DB}" presName="vert1" presStyleCnt="0"/>
      <dgm:spPr/>
    </dgm:pt>
    <dgm:pt modelId="{16AFB02B-1763-4A3F-BD60-EB0663573DE5}" type="pres">
      <dgm:prSet presAssocID="{C285A12A-C01A-46E2-91BC-27D413D00939}" presName="thickLine" presStyleLbl="alignNode1" presStyleIdx="2" presStyleCnt="3"/>
      <dgm:spPr/>
    </dgm:pt>
    <dgm:pt modelId="{3172456D-8256-4297-97CA-7D64D5D11F90}" type="pres">
      <dgm:prSet presAssocID="{C285A12A-C01A-46E2-91BC-27D413D00939}" presName="horz1" presStyleCnt="0"/>
      <dgm:spPr/>
    </dgm:pt>
    <dgm:pt modelId="{48F7149A-9372-4882-B85A-027089748861}" type="pres">
      <dgm:prSet presAssocID="{C285A12A-C01A-46E2-91BC-27D413D00939}" presName="tx1" presStyleLbl="revTx" presStyleIdx="2" presStyleCnt="3"/>
      <dgm:spPr/>
    </dgm:pt>
    <dgm:pt modelId="{6D4AFB16-6576-4C1D-A2C8-C96A49BA29D4}" type="pres">
      <dgm:prSet presAssocID="{C285A12A-C01A-46E2-91BC-27D413D00939}" presName="vert1" presStyleCnt="0"/>
      <dgm:spPr/>
    </dgm:pt>
  </dgm:ptLst>
  <dgm:cxnLst>
    <dgm:cxn modelId="{E2AE4003-EE06-42B0-9A88-5B18DD8A351E}" type="presOf" srcId="{E29DFFF1-4CB8-444C-A958-122B88BDE4DB}" destId="{D5DE2718-34C5-4EFD-B90F-7FF4120230CE}" srcOrd="0" destOrd="0" presId="urn:microsoft.com/office/officeart/2008/layout/LinedList"/>
    <dgm:cxn modelId="{7F46B51E-D044-4132-9274-301A1581FEB2}" srcId="{F45ED2BE-D8C0-49B7-874E-CD4FE858BB5B}" destId="{E29DFFF1-4CB8-444C-A958-122B88BDE4DB}" srcOrd="1" destOrd="0" parTransId="{B499BF2F-5E65-4B9A-B5E1-E54ABAA693D4}" sibTransId="{3F359007-4C7A-4F1D-9160-D0A6E48F606A}"/>
    <dgm:cxn modelId="{6AE57144-B868-48E6-B752-6E3907AA8234}" type="presOf" srcId="{C285A12A-C01A-46E2-91BC-27D413D00939}" destId="{48F7149A-9372-4882-B85A-027089748861}" srcOrd="0" destOrd="0" presId="urn:microsoft.com/office/officeart/2008/layout/LinedList"/>
    <dgm:cxn modelId="{A2394D68-436F-4126-A9A5-E1B9E7981089}" srcId="{F45ED2BE-D8C0-49B7-874E-CD4FE858BB5B}" destId="{57FA6A2B-AAE8-44A1-B555-E5AE7DA30965}" srcOrd="0" destOrd="0" parTransId="{2159183B-9EA2-49B3-B2B7-4A651B4162E1}" sibTransId="{E1BC3703-5139-4BE1-ABAC-ABEC9F89F385}"/>
    <dgm:cxn modelId="{4EB48673-89D5-4EC7-B305-A5B225E1B21F}" srcId="{F45ED2BE-D8C0-49B7-874E-CD4FE858BB5B}" destId="{C285A12A-C01A-46E2-91BC-27D413D00939}" srcOrd="2" destOrd="0" parTransId="{86305D99-F838-4352-8D49-113CC82FBA06}" sibTransId="{69B07D7B-F2F5-4183-A007-292BEDA9CF69}"/>
    <dgm:cxn modelId="{B1B8159B-8AE4-4497-83A9-B2E0119B2638}" type="presOf" srcId="{57FA6A2B-AAE8-44A1-B555-E5AE7DA30965}" destId="{F3B40487-6A47-4FC2-ACFF-A8D14996ACA9}" srcOrd="0" destOrd="0" presId="urn:microsoft.com/office/officeart/2008/layout/LinedList"/>
    <dgm:cxn modelId="{64E59BF5-94BC-4C62-A079-6C8E97470ECE}" type="presOf" srcId="{F45ED2BE-D8C0-49B7-874E-CD4FE858BB5B}" destId="{A8021460-66EB-4DE5-822D-1D87BB99A054}" srcOrd="0" destOrd="0" presId="urn:microsoft.com/office/officeart/2008/layout/LinedList"/>
    <dgm:cxn modelId="{01301939-7CE0-456B-8182-9C1C816BB19F}" type="presParOf" srcId="{A8021460-66EB-4DE5-822D-1D87BB99A054}" destId="{11ED499E-B669-41B2-A534-AE729A1FAAB9}" srcOrd="0" destOrd="0" presId="urn:microsoft.com/office/officeart/2008/layout/LinedList"/>
    <dgm:cxn modelId="{7D65E517-4DDF-49F4-8EE1-3BD11E4BA4B0}" type="presParOf" srcId="{A8021460-66EB-4DE5-822D-1D87BB99A054}" destId="{8050B914-21A9-459F-A5AD-0BED731C46CE}" srcOrd="1" destOrd="0" presId="urn:microsoft.com/office/officeart/2008/layout/LinedList"/>
    <dgm:cxn modelId="{6A79AC46-D287-42EE-9D72-2B96A7094889}" type="presParOf" srcId="{8050B914-21A9-459F-A5AD-0BED731C46CE}" destId="{F3B40487-6A47-4FC2-ACFF-A8D14996ACA9}" srcOrd="0" destOrd="0" presId="urn:microsoft.com/office/officeart/2008/layout/LinedList"/>
    <dgm:cxn modelId="{A3A74C22-5DDF-4882-994C-002940CDBCF6}" type="presParOf" srcId="{8050B914-21A9-459F-A5AD-0BED731C46CE}" destId="{73CD194F-99E7-41F5-83BB-1A303443BF12}" srcOrd="1" destOrd="0" presId="urn:microsoft.com/office/officeart/2008/layout/LinedList"/>
    <dgm:cxn modelId="{0B3892F0-3E07-4667-8704-A5EF690FC1B3}" type="presParOf" srcId="{A8021460-66EB-4DE5-822D-1D87BB99A054}" destId="{82633D34-95B9-4D6C-BB6B-D1FF4020512C}" srcOrd="2" destOrd="0" presId="urn:microsoft.com/office/officeart/2008/layout/LinedList"/>
    <dgm:cxn modelId="{985C65B2-C63B-4A0C-87E5-8F69F8951D75}" type="presParOf" srcId="{A8021460-66EB-4DE5-822D-1D87BB99A054}" destId="{8F7B50BE-4362-4D5C-B77B-7EB18A85A3CC}" srcOrd="3" destOrd="0" presId="urn:microsoft.com/office/officeart/2008/layout/LinedList"/>
    <dgm:cxn modelId="{E10D78CC-9D28-4694-80BB-A185F78E83C3}" type="presParOf" srcId="{8F7B50BE-4362-4D5C-B77B-7EB18A85A3CC}" destId="{D5DE2718-34C5-4EFD-B90F-7FF4120230CE}" srcOrd="0" destOrd="0" presId="urn:microsoft.com/office/officeart/2008/layout/LinedList"/>
    <dgm:cxn modelId="{016D8F43-C015-4316-AFEE-495D1BE34DF6}" type="presParOf" srcId="{8F7B50BE-4362-4D5C-B77B-7EB18A85A3CC}" destId="{F046142A-0BCE-4712-9F30-A06C1A2270E2}" srcOrd="1" destOrd="0" presId="urn:microsoft.com/office/officeart/2008/layout/LinedList"/>
    <dgm:cxn modelId="{DE291260-004B-4181-A79A-543050F0DDEB}" type="presParOf" srcId="{A8021460-66EB-4DE5-822D-1D87BB99A054}" destId="{16AFB02B-1763-4A3F-BD60-EB0663573DE5}" srcOrd="4" destOrd="0" presId="urn:microsoft.com/office/officeart/2008/layout/LinedList"/>
    <dgm:cxn modelId="{21432DAD-3994-459E-8AB8-7295CE19B0C7}" type="presParOf" srcId="{A8021460-66EB-4DE5-822D-1D87BB99A054}" destId="{3172456D-8256-4297-97CA-7D64D5D11F90}" srcOrd="5" destOrd="0" presId="urn:microsoft.com/office/officeart/2008/layout/LinedList"/>
    <dgm:cxn modelId="{23EE8BD9-53EB-48F4-857F-E4544E09FD7B}" type="presParOf" srcId="{3172456D-8256-4297-97CA-7D64D5D11F90}" destId="{48F7149A-9372-4882-B85A-027089748861}" srcOrd="0" destOrd="0" presId="urn:microsoft.com/office/officeart/2008/layout/LinedList"/>
    <dgm:cxn modelId="{361C0570-71F4-4725-991E-BB06D139E1A7}" type="presParOf" srcId="{3172456D-8256-4297-97CA-7D64D5D11F90}" destId="{6D4AFB16-6576-4C1D-A2C8-C96A49BA29D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EFF3C94-D8C6-4068-8B43-0ECBA3399E0A}"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3ACF6C2B-4141-4FB6-BCFB-39EE0B51DCB9}">
      <dgm:prSet custT="1"/>
      <dgm:spPr/>
      <dgm:t>
        <a:bodyPr/>
        <a:lstStyle/>
        <a:p>
          <a:pPr rtl="0"/>
          <a:r>
            <a:rPr lang="en-US" sz="2400" b="1" i="0" dirty="0">
              <a:latin typeface="+mn-lt"/>
            </a:rPr>
            <a:t>We appreciate the support and resources provided by the Punjabi School Bothell and the Gurudwara Board.</a:t>
          </a:r>
          <a:endParaRPr lang="en-US" sz="2400" b="1" dirty="0">
            <a:latin typeface="+mn-lt"/>
          </a:endParaRPr>
        </a:p>
      </dgm:t>
    </dgm:pt>
    <dgm:pt modelId="{B076894A-F95C-4BF1-AAEB-9FDB8902A446}" type="parTrans" cxnId="{A2116AD3-5861-432A-ACDF-FE0124A2F6A2}">
      <dgm:prSet/>
      <dgm:spPr/>
      <dgm:t>
        <a:bodyPr/>
        <a:lstStyle/>
        <a:p>
          <a:endParaRPr lang="en-US" sz="2400" b="1">
            <a:latin typeface="+mn-lt"/>
          </a:endParaRPr>
        </a:p>
      </dgm:t>
    </dgm:pt>
    <dgm:pt modelId="{701588F8-60AA-4AC9-999E-5D8F395722A3}" type="sibTrans" cxnId="{A2116AD3-5861-432A-ACDF-FE0124A2F6A2}">
      <dgm:prSet/>
      <dgm:spPr/>
      <dgm:t>
        <a:bodyPr/>
        <a:lstStyle/>
        <a:p>
          <a:endParaRPr lang="en-US" sz="2400" b="1">
            <a:latin typeface="+mn-lt"/>
          </a:endParaRPr>
        </a:p>
      </dgm:t>
    </dgm:pt>
    <dgm:pt modelId="{9B67EDEA-D34C-4970-8D29-6B66628CCBB8}">
      <dgm:prSet custT="1"/>
      <dgm:spPr/>
      <dgm:t>
        <a:bodyPr/>
        <a:lstStyle/>
        <a:p>
          <a:r>
            <a:rPr lang="en-US" sz="2400" b="1" dirty="0">
              <a:latin typeface="+mn-lt"/>
            </a:rPr>
            <a:t>Volunteers</a:t>
          </a:r>
        </a:p>
      </dgm:t>
    </dgm:pt>
    <dgm:pt modelId="{2BF87614-A021-44D5-B784-20F0756946E0}" type="parTrans" cxnId="{8A3C0FE3-04F9-4B21-AA54-CAC2998DC7F9}">
      <dgm:prSet/>
      <dgm:spPr/>
      <dgm:t>
        <a:bodyPr/>
        <a:lstStyle/>
        <a:p>
          <a:endParaRPr lang="en-US" sz="2400" b="1">
            <a:latin typeface="+mn-lt"/>
          </a:endParaRPr>
        </a:p>
      </dgm:t>
    </dgm:pt>
    <dgm:pt modelId="{42B21E39-9447-4566-8DA8-10E4F8B17547}" type="sibTrans" cxnId="{8A3C0FE3-04F9-4B21-AA54-CAC2998DC7F9}">
      <dgm:prSet/>
      <dgm:spPr/>
      <dgm:t>
        <a:bodyPr/>
        <a:lstStyle/>
        <a:p>
          <a:endParaRPr lang="en-US" sz="2400" b="1">
            <a:latin typeface="+mn-lt"/>
          </a:endParaRPr>
        </a:p>
      </dgm:t>
    </dgm:pt>
    <dgm:pt modelId="{14CB1C17-8A4B-4FEE-9B58-FBA14FE988E1}">
      <dgm:prSet custT="1"/>
      <dgm:spPr/>
      <dgm:t>
        <a:bodyPr/>
        <a:lstStyle/>
        <a:p>
          <a:r>
            <a:rPr lang="en-US" sz="2400" b="1" dirty="0">
              <a:latin typeface="+mn-lt"/>
            </a:rPr>
            <a:t>We look forward to increased student  attendance</a:t>
          </a:r>
        </a:p>
      </dgm:t>
    </dgm:pt>
    <dgm:pt modelId="{C5B73B6D-A2BD-4EAD-825C-3768494D6F9A}" type="parTrans" cxnId="{6DA7418C-76E5-4490-89A4-3FAB4DC79BBF}">
      <dgm:prSet/>
      <dgm:spPr/>
      <dgm:t>
        <a:bodyPr/>
        <a:lstStyle/>
        <a:p>
          <a:endParaRPr lang="en-US" sz="2400" b="1">
            <a:latin typeface="+mn-lt"/>
          </a:endParaRPr>
        </a:p>
      </dgm:t>
    </dgm:pt>
    <dgm:pt modelId="{92AF086F-37AB-47A3-A1FB-3158639C5B0C}" type="sibTrans" cxnId="{6DA7418C-76E5-4490-89A4-3FAB4DC79BBF}">
      <dgm:prSet/>
      <dgm:spPr/>
      <dgm:t>
        <a:bodyPr/>
        <a:lstStyle/>
        <a:p>
          <a:endParaRPr lang="en-US" sz="2400" b="1">
            <a:latin typeface="+mn-lt"/>
          </a:endParaRPr>
        </a:p>
      </dgm:t>
    </dgm:pt>
    <dgm:pt modelId="{9874D5C7-DBCB-4504-A2A9-9A9CC82AB119}">
      <dgm:prSet custT="1"/>
      <dgm:spPr/>
      <dgm:t>
        <a:bodyPr/>
        <a:lstStyle/>
        <a:p>
          <a:pPr rtl="0"/>
          <a:r>
            <a:rPr lang="en-US" sz="2400" b="1" dirty="0">
              <a:latin typeface="+mn-lt"/>
            </a:rPr>
            <a:t>Please contact us of you are interested to join the coding program</a:t>
          </a:r>
        </a:p>
      </dgm:t>
    </dgm:pt>
    <dgm:pt modelId="{4554F960-198F-4DFC-9AEF-B4F0EFB2D8CF}" type="parTrans" cxnId="{088A1152-FB8A-4E72-93F7-2C8905014FC6}">
      <dgm:prSet/>
      <dgm:spPr/>
      <dgm:t>
        <a:bodyPr/>
        <a:lstStyle/>
        <a:p>
          <a:endParaRPr lang="en-US" sz="2400" b="1">
            <a:latin typeface="+mn-lt"/>
          </a:endParaRPr>
        </a:p>
      </dgm:t>
    </dgm:pt>
    <dgm:pt modelId="{EB02DAB5-206F-4277-A577-8CF96A486741}" type="sibTrans" cxnId="{088A1152-FB8A-4E72-93F7-2C8905014FC6}">
      <dgm:prSet/>
      <dgm:spPr/>
      <dgm:t>
        <a:bodyPr/>
        <a:lstStyle/>
        <a:p>
          <a:endParaRPr lang="en-US" sz="2400" b="1">
            <a:latin typeface="+mn-lt"/>
          </a:endParaRPr>
        </a:p>
      </dgm:t>
    </dgm:pt>
    <dgm:pt modelId="{EABC4DD6-1456-48D4-B44F-1EFE4130DC10}" type="pres">
      <dgm:prSet presAssocID="{1EFF3C94-D8C6-4068-8B43-0ECBA3399E0A}" presName="vert0" presStyleCnt="0">
        <dgm:presLayoutVars>
          <dgm:dir/>
          <dgm:animOne val="branch"/>
          <dgm:animLvl val="lvl"/>
        </dgm:presLayoutVars>
      </dgm:prSet>
      <dgm:spPr/>
    </dgm:pt>
    <dgm:pt modelId="{22E306EA-F44F-4716-A5B7-D839F3082AA2}" type="pres">
      <dgm:prSet presAssocID="{3ACF6C2B-4141-4FB6-BCFB-39EE0B51DCB9}" presName="thickLine" presStyleLbl="alignNode1" presStyleIdx="0" presStyleCnt="4"/>
      <dgm:spPr/>
    </dgm:pt>
    <dgm:pt modelId="{B8D1FD4F-B0A2-4A5C-99E7-25E8668B9856}" type="pres">
      <dgm:prSet presAssocID="{3ACF6C2B-4141-4FB6-BCFB-39EE0B51DCB9}" presName="horz1" presStyleCnt="0"/>
      <dgm:spPr/>
    </dgm:pt>
    <dgm:pt modelId="{D92F073C-3CF8-4FC8-BA32-C30B315A7401}" type="pres">
      <dgm:prSet presAssocID="{3ACF6C2B-4141-4FB6-BCFB-39EE0B51DCB9}" presName="tx1" presStyleLbl="revTx" presStyleIdx="0" presStyleCnt="4"/>
      <dgm:spPr/>
    </dgm:pt>
    <dgm:pt modelId="{1A7839C9-AACE-49E5-B301-F914A59F4D5C}" type="pres">
      <dgm:prSet presAssocID="{3ACF6C2B-4141-4FB6-BCFB-39EE0B51DCB9}" presName="vert1" presStyleCnt="0"/>
      <dgm:spPr/>
    </dgm:pt>
    <dgm:pt modelId="{73B935EF-B5E9-4E91-BD14-C75F2184D47B}" type="pres">
      <dgm:prSet presAssocID="{14CB1C17-8A4B-4FEE-9B58-FBA14FE988E1}" presName="thickLine" presStyleLbl="alignNode1" presStyleIdx="1" presStyleCnt="4"/>
      <dgm:spPr/>
    </dgm:pt>
    <dgm:pt modelId="{7E2E845F-980A-4490-9469-5B3D3DA9C686}" type="pres">
      <dgm:prSet presAssocID="{14CB1C17-8A4B-4FEE-9B58-FBA14FE988E1}" presName="horz1" presStyleCnt="0"/>
      <dgm:spPr/>
    </dgm:pt>
    <dgm:pt modelId="{8B1D168F-9DB4-4A1F-B198-CCE14AE5522B}" type="pres">
      <dgm:prSet presAssocID="{14CB1C17-8A4B-4FEE-9B58-FBA14FE988E1}" presName="tx1" presStyleLbl="revTx" presStyleIdx="1" presStyleCnt="4"/>
      <dgm:spPr/>
    </dgm:pt>
    <dgm:pt modelId="{DB01B1AD-EFC7-496D-AAF2-773A42F185BD}" type="pres">
      <dgm:prSet presAssocID="{14CB1C17-8A4B-4FEE-9B58-FBA14FE988E1}" presName="vert1" presStyleCnt="0"/>
      <dgm:spPr/>
    </dgm:pt>
    <dgm:pt modelId="{AB9DC966-C68C-4500-9CB1-743C7478AA32}" type="pres">
      <dgm:prSet presAssocID="{9874D5C7-DBCB-4504-A2A9-9A9CC82AB119}" presName="thickLine" presStyleLbl="alignNode1" presStyleIdx="2" presStyleCnt="4"/>
      <dgm:spPr/>
    </dgm:pt>
    <dgm:pt modelId="{5DD2E936-AD84-4043-A991-423119DA87BD}" type="pres">
      <dgm:prSet presAssocID="{9874D5C7-DBCB-4504-A2A9-9A9CC82AB119}" presName="horz1" presStyleCnt="0"/>
      <dgm:spPr/>
    </dgm:pt>
    <dgm:pt modelId="{8B30E54B-C08B-46D5-969F-FA19630D8FA2}" type="pres">
      <dgm:prSet presAssocID="{9874D5C7-DBCB-4504-A2A9-9A9CC82AB119}" presName="tx1" presStyleLbl="revTx" presStyleIdx="2" presStyleCnt="4"/>
      <dgm:spPr/>
    </dgm:pt>
    <dgm:pt modelId="{CC0FF658-C83D-45F2-9B11-5E32D8523A18}" type="pres">
      <dgm:prSet presAssocID="{9874D5C7-DBCB-4504-A2A9-9A9CC82AB119}" presName="vert1" presStyleCnt="0"/>
      <dgm:spPr/>
    </dgm:pt>
    <dgm:pt modelId="{7B201126-323B-4588-8688-0EA98A4DC4BC}" type="pres">
      <dgm:prSet presAssocID="{9B67EDEA-D34C-4970-8D29-6B66628CCBB8}" presName="thickLine" presStyleLbl="alignNode1" presStyleIdx="3" presStyleCnt="4"/>
      <dgm:spPr/>
    </dgm:pt>
    <dgm:pt modelId="{07F24148-08AB-45E0-A888-13A9D7972F96}" type="pres">
      <dgm:prSet presAssocID="{9B67EDEA-D34C-4970-8D29-6B66628CCBB8}" presName="horz1" presStyleCnt="0"/>
      <dgm:spPr/>
    </dgm:pt>
    <dgm:pt modelId="{863C3E06-8ECE-46BD-828A-4E2886EAA9A1}" type="pres">
      <dgm:prSet presAssocID="{9B67EDEA-D34C-4970-8D29-6B66628CCBB8}" presName="tx1" presStyleLbl="revTx" presStyleIdx="3" presStyleCnt="4"/>
      <dgm:spPr/>
    </dgm:pt>
    <dgm:pt modelId="{A2FFAA8B-6127-431B-A8D7-DBC5BC936E29}" type="pres">
      <dgm:prSet presAssocID="{9B67EDEA-D34C-4970-8D29-6B66628CCBB8}" presName="vert1" presStyleCnt="0"/>
      <dgm:spPr/>
    </dgm:pt>
  </dgm:ptLst>
  <dgm:cxnLst>
    <dgm:cxn modelId="{1E4C9C07-8C8A-4A30-8155-2438413AA4FB}" type="presOf" srcId="{1EFF3C94-D8C6-4068-8B43-0ECBA3399E0A}" destId="{EABC4DD6-1456-48D4-B44F-1EFE4130DC10}" srcOrd="0" destOrd="0" presId="urn:microsoft.com/office/officeart/2008/layout/LinedList"/>
    <dgm:cxn modelId="{0E95EB10-81BA-4189-9E93-2F9442619E45}" type="presOf" srcId="{14CB1C17-8A4B-4FEE-9B58-FBA14FE988E1}" destId="{8B1D168F-9DB4-4A1F-B198-CCE14AE5522B}" srcOrd="0" destOrd="0" presId="urn:microsoft.com/office/officeart/2008/layout/LinedList"/>
    <dgm:cxn modelId="{96A60D67-2B8A-4446-A10C-74D1C33A2984}" type="presOf" srcId="{9B67EDEA-D34C-4970-8D29-6B66628CCBB8}" destId="{863C3E06-8ECE-46BD-828A-4E2886EAA9A1}" srcOrd="0" destOrd="0" presId="urn:microsoft.com/office/officeart/2008/layout/LinedList"/>
    <dgm:cxn modelId="{21E1F84D-1772-4310-8E0B-8ED4F5CEFD37}" type="presOf" srcId="{3ACF6C2B-4141-4FB6-BCFB-39EE0B51DCB9}" destId="{D92F073C-3CF8-4FC8-BA32-C30B315A7401}" srcOrd="0" destOrd="0" presId="urn:microsoft.com/office/officeart/2008/layout/LinedList"/>
    <dgm:cxn modelId="{088A1152-FB8A-4E72-93F7-2C8905014FC6}" srcId="{1EFF3C94-D8C6-4068-8B43-0ECBA3399E0A}" destId="{9874D5C7-DBCB-4504-A2A9-9A9CC82AB119}" srcOrd="2" destOrd="0" parTransId="{4554F960-198F-4DFC-9AEF-B4F0EFB2D8CF}" sibTransId="{EB02DAB5-206F-4277-A577-8CF96A486741}"/>
    <dgm:cxn modelId="{95001376-39CF-41D9-9F02-336D8D7F929C}" type="presOf" srcId="{9874D5C7-DBCB-4504-A2A9-9A9CC82AB119}" destId="{8B30E54B-C08B-46D5-969F-FA19630D8FA2}" srcOrd="0" destOrd="0" presId="urn:microsoft.com/office/officeart/2008/layout/LinedList"/>
    <dgm:cxn modelId="{6DA7418C-76E5-4490-89A4-3FAB4DC79BBF}" srcId="{1EFF3C94-D8C6-4068-8B43-0ECBA3399E0A}" destId="{14CB1C17-8A4B-4FEE-9B58-FBA14FE988E1}" srcOrd="1" destOrd="0" parTransId="{C5B73B6D-A2BD-4EAD-825C-3768494D6F9A}" sibTransId="{92AF086F-37AB-47A3-A1FB-3158639C5B0C}"/>
    <dgm:cxn modelId="{A2116AD3-5861-432A-ACDF-FE0124A2F6A2}" srcId="{1EFF3C94-D8C6-4068-8B43-0ECBA3399E0A}" destId="{3ACF6C2B-4141-4FB6-BCFB-39EE0B51DCB9}" srcOrd="0" destOrd="0" parTransId="{B076894A-F95C-4BF1-AAEB-9FDB8902A446}" sibTransId="{701588F8-60AA-4AC9-999E-5D8F395722A3}"/>
    <dgm:cxn modelId="{8A3C0FE3-04F9-4B21-AA54-CAC2998DC7F9}" srcId="{1EFF3C94-D8C6-4068-8B43-0ECBA3399E0A}" destId="{9B67EDEA-D34C-4970-8D29-6B66628CCBB8}" srcOrd="3" destOrd="0" parTransId="{2BF87614-A021-44D5-B784-20F0756946E0}" sibTransId="{42B21E39-9447-4566-8DA8-10E4F8B17547}"/>
    <dgm:cxn modelId="{DE7FFCAA-7FB4-4915-8D61-FEF5A135F51A}" type="presParOf" srcId="{EABC4DD6-1456-48D4-B44F-1EFE4130DC10}" destId="{22E306EA-F44F-4716-A5B7-D839F3082AA2}" srcOrd="0" destOrd="0" presId="urn:microsoft.com/office/officeart/2008/layout/LinedList"/>
    <dgm:cxn modelId="{336BC424-EB61-47A2-A0C5-9F6F9E62B67A}" type="presParOf" srcId="{EABC4DD6-1456-48D4-B44F-1EFE4130DC10}" destId="{B8D1FD4F-B0A2-4A5C-99E7-25E8668B9856}" srcOrd="1" destOrd="0" presId="urn:microsoft.com/office/officeart/2008/layout/LinedList"/>
    <dgm:cxn modelId="{E1C121C0-B12E-48CB-A5FF-E78F7BE3B314}" type="presParOf" srcId="{B8D1FD4F-B0A2-4A5C-99E7-25E8668B9856}" destId="{D92F073C-3CF8-4FC8-BA32-C30B315A7401}" srcOrd="0" destOrd="0" presId="urn:microsoft.com/office/officeart/2008/layout/LinedList"/>
    <dgm:cxn modelId="{F3574B0D-B4BB-497D-B485-61E5787308CB}" type="presParOf" srcId="{B8D1FD4F-B0A2-4A5C-99E7-25E8668B9856}" destId="{1A7839C9-AACE-49E5-B301-F914A59F4D5C}" srcOrd="1" destOrd="0" presId="urn:microsoft.com/office/officeart/2008/layout/LinedList"/>
    <dgm:cxn modelId="{0F7717E7-DB05-4145-99FB-930A3382C992}" type="presParOf" srcId="{EABC4DD6-1456-48D4-B44F-1EFE4130DC10}" destId="{73B935EF-B5E9-4E91-BD14-C75F2184D47B}" srcOrd="2" destOrd="0" presId="urn:microsoft.com/office/officeart/2008/layout/LinedList"/>
    <dgm:cxn modelId="{BCAB0047-D8CE-44FF-B8C8-E33AE406B346}" type="presParOf" srcId="{EABC4DD6-1456-48D4-B44F-1EFE4130DC10}" destId="{7E2E845F-980A-4490-9469-5B3D3DA9C686}" srcOrd="3" destOrd="0" presId="urn:microsoft.com/office/officeart/2008/layout/LinedList"/>
    <dgm:cxn modelId="{42946BD9-C723-466B-9CA3-5BD3465A7117}" type="presParOf" srcId="{7E2E845F-980A-4490-9469-5B3D3DA9C686}" destId="{8B1D168F-9DB4-4A1F-B198-CCE14AE5522B}" srcOrd="0" destOrd="0" presId="urn:microsoft.com/office/officeart/2008/layout/LinedList"/>
    <dgm:cxn modelId="{2064755F-D36D-4AB5-9BFA-739D8256EC2F}" type="presParOf" srcId="{7E2E845F-980A-4490-9469-5B3D3DA9C686}" destId="{DB01B1AD-EFC7-496D-AAF2-773A42F185BD}" srcOrd="1" destOrd="0" presId="urn:microsoft.com/office/officeart/2008/layout/LinedList"/>
    <dgm:cxn modelId="{D7468152-4BE4-4D5E-A9C6-4EEDE51C0C1D}" type="presParOf" srcId="{EABC4DD6-1456-48D4-B44F-1EFE4130DC10}" destId="{AB9DC966-C68C-4500-9CB1-743C7478AA32}" srcOrd="4" destOrd="0" presId="urn:microsoft.com/office/officeart/2008/layout/LinedList"/>
    <dgm:cxn modelId="{A2AD3C70-DF38-4873-98AE-10582E54568B}" type="presParOf" srcId="{EABC4DD6-1456-48D4-B44F-1EFE4130DC10}" destId="{5DD2E936-AD84-4043-A991-423119DA87BD}" srcOrd="5" destOrd="0" presId="urn:microsoft.com/office/officeart/2008/layout/LinedList"/>
    <dgm:cxn modelId="{1C2F6F4F-2A0D-4838-B29C-C096C2D0E1A2}" type="presParOf" srcId="{5DD2E936-AD84-4043-A991-423119DA87BD}" destId="{8B30E54B-C08B-46D5-969F-FA19630D8FA2}" srcOrd="0" destOrd="0" presId="urn:microsoft.com/office/officeart/2008/layout/LinedList"/>
    <dgm:cxn modelId="{E4761ABF-EE50-4B55-AC4A-1871BBB6A6D8}" type="presParOf" srcId="{5DD2E936-AD84-4043-A991-423119DA87BD}" destId="{CC0FF658-C83D-45F2-9B11-5E32D8523A18}" srcOrd="1" destOrd="0" presId="urn:microsoft.com/office/officeart/2008/layout/LinedList"/>
    <dgm:cxn modelId="{B21E641F-632A-43AA-8FDB-93CEB87F45E9}" type="presParOf" srcId="{EABC4DD6-1456-48D4-B44F-1EFE4130DC10}" destId="{7B201126-323B-4588-8688-0EA98A4DC4BC}" srcOrd="6" destOrd="0" presId="urn:microsoft.com/office/officeart/2008/layout/LinedList"/>
    <dgm:cxn modelId="{8A246C80-A29C-4281-9630-F4CFF293B985}" type="presParOf" srcId="{EABC4DD6-1456-48D4-B44F-1EFE4130DC10}" destId="{07F24148-08AB-45E0-A888-13A9D7972F96}" srcOrd="7" destOrd="0" presId="urn:microsoft.com/office/officeart/2008/layout/LinedList"/>
    <dgm:cxn modelId="{395851A4-0967-4438-976F-B81E365CB7AD}" type="presParOf" srcId="{07F24148-08AB-45E0-A888-13A9D7972F96}" destId="{863C3E06-8ECE-46BD-828A-4E2886EAA9A1}" srcOrd="0" destOrd="0" presId="urn:microsoft.com/office/officeart/2008/layout/LinedList"/>
    <dgm:cxn modelId="{61C29A18-05AB-4F76-81BB-D73C0C3B54B8}" type="presParOf" srcId="{07F24148-08AB-45E0-A888-13A9D7972F96}" destId="{A2FFAA8B-6127-431B-A8D7-DBC5BC936E2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E306EA-F44F-4716-A5B7-D839F3082AA2}">
      <dsp:nvSpPr>
        <dsp:cNvPr id="0" name=""/>
        <dsp:cNvSpPr/>
      </dsp:nvSpPr>
      <dsp:spPr>
        <a:xfrm>
          <a:off x="0" y="2054"/>
          <a:ext cx="10065075"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2F073C-3CF8-4FC8-BA32-C30B315A7401}">
      <dsp:nvSpPr>
        <dsp:cNvPr id="0" name=""/>
        <dsp:cNvSpPr/>
      </dsp:nvSpPr>
      <dsp:spPr>
        <a:xfrm>
          <a:off x="0" y="2054"/>
          <a:ext cx="10065075" cy="1401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b="1" kern="1200" dirty="0">
              <a:latin typeface="+mn-lt"/>
            </a:rPr>
            <a:t>Established</a:t>
          </a:r>
          <a:r>
            <a:rPr lang="en-US" sz="2800" kern="1200" dirty="0">
              <a:latin typeface="+mn-lt"/>
            </a:rPr>
            <a:t>: 2022 with support from Sikh Center Seattle Gurudwara Board</a:t>
          </a:r>
        </a:p>
      </dsp:txBody>
      <dsp:txXfrm>
        <a:off x="0" y="2054"/>
        <a:ext cx="10065075" cy="1401232"/>
      </dsp:txXfrm>
    </dsp:sp>
    <dsp:sp modelId="{DB5C2ABC-1ABA-4191-8E70-A272EC112B46}">
      <dsp:nvSpPr>
        <dsp:cNvPr id="0" name=""/>
        <dsp:cNvSpPr/>
      </dsp:nvSpPr>
      <dsp:spPr>
        <a:xfrm>
          <a:off x="0" y="1403286"/>
          <a:ext cx="10065075" cy="0"/>
        </a:xfrm>
        <a:prstGeom prst="line">
          <a:avLst/>
        </a:prstGeom>
        <a:solidFill>
          <a:schemeClr val="accent5">
            <a:hueOff val="-2706759"/>
            <a:satOff val="18845"/>
            <a:lumOff val="6666"/>
            <a:alphaOff val="0"/>
          </a:schemeClr>
        </a:solidFill>
        <a:ln w="12700" cap="flat" cmpd="sng" algn="ctr">
          <a:solidFill>
            <a:schemeClr val="accent5">
              <a:hueOff val="-2706759"/>
              <a:satOff val="18845"/>
              <a:lumOff val="666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78E6BA-AD66-4216-9C6E-497DC2B02B56}">
      <dsp:nvSpPr>
        <dsp:cNvPr id="0" name=""/>
        <dsp:cNvSpPr/>
      </dsp:nvSpPr>
      <dsp:spPr>
        <a:xfrm>
          <a:off x="0" y="1403286"/>
          <a:ext cx="10065075" cy="1401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dirty="0">
              <a:latin typeface="+mn-lt"/>
            </a:rPr>
            <a:t>Vision</a:t>
          </a:r>
          <a:r>
            <a:rPr lang="en-US" sz="2800" kern="1200" dirty="0">
              <a:latin typeface="+mn-lt"/>
            </a:rPr>
            <a:t>: To introduce youth to coding at an early age, fostering STEM interest</a:t>
          </a:r>
        </a:p>
      </dsp:txBody>
      <dsp:txXfrm>
        <a:off x="0" y="1403286"/>
        <a:ext cx="10065075" cy="1401232"/>
      </dsp:txXfrm>
    </dsp:sp>
    <dsp:sp modelId="{F7592F1B-1590-4498-9019-E8DCE19AD134}">
      <dsp:nvSpPr>
        <dsp:cNvPr id="0" name=""/>
        <dsp:cNvSpPr/>
      </dsp:nvSpPr>
      <dsp:spPr>
        <a:xfrm>
          <a:off x="0" y="2804519"/>
          <a:ext cx="10065075" cy="0"/>
        </a:xfrm>
        <a:prstGeom prst="line">
          <a:avLst/>
        </a:prstGeom>
        <a:solidFill>
          <a:schemeClr val="accent5">
            <a:hueOff val="-5413518"/>
            <a:satOff val="37689"/>
            <a:lumOff val="13333"/>
            <a:alphaOff val="0"/>
          </a:schemeClr>
        </a:solidFill>
        <a:ln w="12700" cap="flat" cmpd="sng" algn="ctr">
          <a:solidFill>
            <a:schemeClr val="accent5">
              <a:hueOff val="-5413518"/>
              <a:satOff val="37689"/>
              <a:lumOff val="1333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612C08-E730-4EEA-85E7-6232986293E5}">
      <dsp:nvSpPr>
        <dsp:cNvPr id="0" name=""/>
        <dsp:cNvSpPr/>
      </dsp:nvSpPr>
      <dsp:spPr>
        <a:xfrm>
          <a:off x="0" y="2804519"/>
          <a:ext cx="10065075" cy="1401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dirty="0">
              <a:latin typeface="+mn-lt"/>
            </a:rPr>
            <a:t>Target Audience</a:t>
          </a:r>
          <a:r>
            <a:rPr lang="en-US" sz="2800" kern="1200" dirty="0">
              <a:latin typeface="+mn-lt"/>
            </a:rPr>
            <a:t>: Students from K-8</a:t>
          </a:r>
        </a:p>
      </dsp:txBody>
      <dsp:txXfrm>
        <a:off x="0" y="2804519"/>
        <a:ext cx="10065075" cy="14012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28A305-B885-4871-9C01-D0F78AD4D38C}">
      <dsp:nvSpPr>
        <dsp:cNvPr id="0" name=""/>
        <dsp:cNvSpPr/>
      </dsp:nvSpPr>
      <dsp:spPr>
        <a:xfrm>
          <a:off x="0" y="0"/>
          <a:ext cx="523248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987EBB-BC53-41CB-BEF8-A842CE486FAF}">
      <dsp:nvSpPr>
        <dsp:cNvPr id="0" name=""/>
        <dsp:cNvSpPr/>
      </dsp:nvSpPr>
      <dsp:spPr>
        <a:xfrm>
          <a:off x="0" y="0"/>
          <a:ext cx="5232482" cy="1200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0" kern="1200" dirty="0">
              <a:latin typeface="+mn-lt"/>
            </a:rPr>
            <a:t>Started with 5 students, grew to 12</a:t>
          </a:r>
        </a:p>
      </dsp:txBody>
      <dsp:txXfrm>
        <a:off x="0" y="0"/>
        <a:ext cx="5232482" cy="1200150"/>
      </dsp:txXfrm>
    </dsp:sp>
    <dsp:sp modelId="{7125D7CE-61BC-4156-8348-4C715A885B62}">
      <dsp:nvSpPr>
        <dsp:cNvPr id="0" name=""/>
        <dsp:cNvSpPr/>
      </dsp:nvSpPr>
      <dsp:spPr>
        <a:xfrm>
          <a:off x="0" y="1200150"/>
          <a:ext cx="523248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74F3DC-F706-49FD-92F7-605D871DD6D9}">
      <dsp:nvSpPr>
        <dsp:cNvPr id="0" name=""/>
        <dsp:cNvSpPr/>
      </dsp:nvSpPr>
      <dsp:spPr>
        <a:xfrm>
          <a:off x="0" y="1200150"/>
          <a:ext cx="5232482" cy="1200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Font typeface="Arial" panose="020B0604020202020204" pitchFamily="34" charset="0"/>
            <a:buNone/>
          </a:pPr>
          <a:r>
            <a:rPr lang="en-US" sz="2800" b="0" kern="1200" dirty="0">
              <a:latin typeface="+mn-lt"/>
            </a:rPr>
            <a:t>Introduced Coding Concepts</a:t>
          </a:r>
        </a:p>
      </dsp:txBody>
      <dsp:txXfrm>
        <a:off x="0" y="1200150"/>
        <a:ext cx="5232482" cy="1200150"/>
      </dsp:txXfrm>
    </dsp:sp>
    <dsp:sp modelId="{F3901DD6-AC89-442A-84DD-A2329A5BFC0C}">
      <dsp:nvSpPr>
        <dsp:cNvPr id="0" name=""/>
        <dsp:cNvSpPr/>
      </dsp:nvSpPr>
      <dsp:spPr>
        <a:xfrm>
          <a:off x="0" y="2400300"/>
          <a:ext cx="523248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003149-0361-4C33-9551-EBF58386B146}">
      <dsp:nvSpPr>
        <dsp:cNvPr id="0" name=""/>
        <dsp:cNvSpPr/>
      </dsp:nvSpPr>
      <dsp:spPr>
        <a:xfrm>
          <a:off x="0" y="2400300"/>
          <a:ext cx="5232482" cy="1200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Font typeface="Arial" panose="020B0604020202020204" pitchFamily="34" charset="0"/>
            <a:buNone/>
          </a:pPr>
          <a:r>
            <a:rPr lang="en-US" sz="2800" b="0" kern="1200" dirty="0">
              <a:latin typeface="+mn-lt"/>
            </a:rPr>
            <a:t>Scratch - Block based coding</a:t>
          </a:r>
        </a:p>
      </dsp:txBody>
      <dsp:txXfrm>
        <a:off x="0" y="2400300"/>
        <a:ext cx="5232482" cy="1200150"/>
      </dsp:txXfrm>
    </dsp:sp>
    <dsp:sp modelId="{C93BEECE-48FA-475B-B63C-1B4E233A9364}">
      <dsp:nvSpPr>
        <dsp:cNvPr id="0" name=""/>
        <dsp:cNvSpPr/>
      </dsp:nvSpPr>
      <dsp:spPr>
        <a:xfrm>
          <a:off x="0" y="3600450"/>
          <a:ext cx="523248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32CD4B-862F-41F7-BD18-F77B6E391B37}">
      <dsp:nvSpPr>
        <dsp:cNvPr id="0" name=""/>
        <dsp:cNvSpPr/>
      </dsp:nvSpPr>
      <dsp:spPr>
        <a:xfrm>
          <a:off x="0" y="3600450"/>
          <a:ext cx="5232482" cy="1200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Font typeface="Arial" panose="020B0604020202020204" pitchFamily="34" charset="0"/>
            <a:buNone/>
          </a:pPr>
          <a:r>
            <a:rPr lang="en-US" sz="2800" b="0" kern="1200" dirty="0">
              <a:latin typeface="+mn-lt"/>
            </a:rPr>
            <a:t>Completed 5 projects</a:t>
          </a:r>
        </a:p>
      </dsp:txBody>
      <dsp:txXfrm>
        <a:off x="0" y="3600450"/>
        <a:ext cx="5232482" cy="12001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A64D8-C237-4824-88E6-79B4D5D9146D}">
      <dsp:nvSpPr>
        <dsp:cNvPr id="0" name=""/>
        <dsp:cNvSpPr/>
      </dsp:nvSpPr>
      <dsp:spPr>
        <a:xfrm>
          <a:off x="0" y="0"/>
          <a:ext cx="5616064"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AA076B-9295-4CED-911E-B9EEF55A2E92}">
      <dsp:nvSpPr>
        <dsp:cNvPr id="0" name=""/>
        <dsp:cNvSpPr/>
      </dsp:nvSpPr>
      <dsp:spPr>
        <a:xfrm>
          <a:off x="0" y="0"/>
          <a:ext cx="5616064" cy="1197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b="0" kern="1200" dirty="0">
              <a:latin typeface="+mn-lt"/>
            </a:rPr>
            <a:t>Expanded to 15 students in 2 classes (around 30 in all)</a:t>
          </a:r>
        </a:p>
      </dsp:txBody>
      <dsp:txXfrm>
        <a:off x="0" y="0"/>
        <a:ext cx="5616064" cy="1197665"/>
      </dsp:txXfrm>
    </dsp:sp>
    <dsp:sp modelId="{7185F4AE-F670-416C-996B-F84003D7FBC5}">
      <dsp:nvSpPr>
        <dsp:cNvPr id="0" name=""/>
        <dsp:cNvSpPr/>
      </dsp:nvSpPr>
      <dsp:spPr>
        <a:xfrm>
          <a:off x="0" y="1197665"/>
          <a:ext cx="5616064"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FE39D2-89A3-4371-8534-E6B3FDA013FC}">
      <dsp:nvSpPr>
        <dsp:cNvPr id="0" name=""/>
        <dsp:cNvSpPr/>
      </dsp:nvSpPr>
      <dsp:spPr>
        <a:xfrm>
          <a:off x="0" y="1197665"/>
          <a:ext cx="5616064" cy="1197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0" kern="1200" dirty="0">
              <a:latin typeface="+mn-lt"/>
            </a:rPr>
            <a:t>Addition of 1 more teacher: Ronak Singh</a:t>
          </a:r>
        </a:p>
      </dsp:txBody>
      <dsp:txXfrm>
        <a:off x="0" y="1197665"/>
        <a:ext cx="5616064" cy="1197665"/>
      </dsp:txXfrm>
    </dsp:sp>
    <dsp:sp modelId="{2BD234D8-44C4-4243-9EB0-E06898895E86}">
      <dsp:nvSpPr>
        <dsp:cNvPr id="0" name=""/>
        <dsp:cNvSpPr/>
      </dsp:nvSpPr>
      <dsp:spPr>
        <a:xfrm>
          <a:off x="0" y="2395330"/>
          <a:ext cx="5616064"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81816E-581C-4F2D-B96D-8828AAF84909}">
      <dsp:nvSpPr>
        <dsp:cNvPr id="0" name=""/>
        <dsp:cNvSpPr/>
      </dsp:nvSpPr>
      <dsp:spPr>
        <a:xfrm>
          <a:off x="0" y="2395330"/>
          <a:ext cx="5616064" cy="1197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b="0" kern="1200" dirty="0">
              <a:latin typeface="+mn-lt"/>
            </a:rPr>
            <a:t>Beginner Scratch (K-4),</a:t>
          </a:r>
          <a:br>
            <a:rPr lang="en-US" sz="2800" b="0" kern="1200" dirty="0">
              <a:latin typeface="+mn-lt"/>
            </a:rPr>
          </a:br>
          <a:r>
            <a:rPr lang="en-US" sz="2800" b="0" kern="1200" dirty="0">
              <a:latin typeface="+mn-lt"/>
            </a:rPr>
            <a:t>Advanced Scratch (5-8) </a:t>
          </a:r>
        </a:p>
      </dsp:txBody>
      <dsp:txXfrm>
        <a:off x="0" y="2395330"/>
        <a:ext cx="5616064" cy="1197665"/>
      </dsp:txXfrm>
    </dsp:sp>
    <dsp:sp modelId="{BD6D0A3B-4514-47FC-9CC3-482D16708876}">
      <dsp:nvSpPr>
        <dsp:cNvPr id="0" name=""/>
        <dsp:cNvSpPr/>
      </dsp:nvSpPr>
      <dsp:spPr>
        <a:xfrm>
          <a:off x="0" y="3592995"/>
          <a:ext cx="5616064"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663CB0-3FC0-41F6-A84D-C94DCC102BB4}">
      <dsp:nvSpPr>
        <dsp:cNvPr id="0" name=""/>
        <dsp:cNvSpPr/>
      </dsp:nvSpPr>
      <dsp:spPr>
        <a:xfrm>
          <a:off x="0" y="3592995"/>
          <a:ext cx="5616064" cy="1197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b="0" kern="1200" dirty="0">
              <a:latin typeface="+mn-lt"/>
            </a:rPr>
            <a:t>Programming Concepts</a:t>
          </a:r>
          <a:br>
            <a:rPr lang="en-US" sz="2800" b="0" kern="1200" dirty="0">
              <a:latin typeface="+mn-lt"/>
            </a:rPr>
          </a:br>
          <a:br>
            <a:rPr lang="en-US" sz="2800" b="0" kern="1200" dirty="0">
              <a:latin typeface="+mn-lt"/>
            </a:rPr>
          </a:br>
          <a:r>
            <a:rPr lang="en-US" sz="2800" b="0" kern="1200" dirty="0">
              <a:latin typeface="+mn-lt"/>
            </a:rPr>
            <a:t>Completed 10 projects (Games, Animations)</a:t>
          </a:r>
        </a:p>
      </dsp:txBody>
      <dsp:txXfrm>
        <a:off x="0" y="3592995"/>
        <a:ext cx="5616064" cy="11976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ED499E-B669-41B2-A534-AE729A1FAAB9}">
      <dsp:nvSpPr>
        <dsp:cNvPr id="0" name=""/>
        <dsp:cNvSpPr/>
      </dsp:nvSpPr>
      <dsp:spPr>
        <a:xfrm>
          <a:off x="0" y="2540"/>
          <a:ext cx="523248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B40487-6A47-4FC2-ACFF-A8D14996ACA9}">
      <dsp:nvSpPr>
        <dsp:cNvPr id="0" name=""/>
        <dsp:cNvSpPr/>
      </dsp:nvSpPr>
      <dsp:spPr>
        <a:xfrm>
          <a:off x="0" y="2540"/>
          <a:ext cx="5232482" cy="1732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b="1" kern="1200" dirty="0">
              <a:latin typeface="+mn-lt"/>
            </a:rPr>
            <a:t>Beginner Scratch (2-3</a:t>
          </a:r>
          <a:r>
            <a:rPr lang="en-US" sz="2000" b="1" kern="1200" baseline="30000" dirty="0">
              <a:latin typeface="+mn-lt"/>
            </a:rPr>
            <a:t>rd</a:t>
          </a:r>
          <a:r>
            <a:rPr lang="en-US" sz="2000" b="1" kern="1200" dirty="0">
              <a:latin typeface="+mn-lt"/>
            </a:rPr>
            <a:t> Graders): </a:t>
          </a:r>
          <a:r>
            <a:rPr lang="en-US" sz="2000" b="0" i="0" kern="1200" dirty="0"/>
            <a:t>Exploring the Scratch interface, creating animations, and designing simple games using loops, conditions, and events.</a:t>
          </a:r>
          <a:br>
            <a:rPr lang="en-US" sz="2000" b="1" kern="1200" dirty="0">
              <a:latin typeface="+mn-lt"/>
            </a:rPr>
          </a:br>
          <a:endParaRPr lang="en-US" sz="2000" b="1" kern="1200" dirty="0">
            <a:latin typeface="+mn-lt"/>
          </a:endParaRPr>
        </a:p>
      </dsp:txBody>
      <dsp:txXfrm>
        <a:off x="0" y="2540"/>
        <a:ext cx="5232482" cy="1732684"/>
      </dsp:txXfrm>
    </dsp:sp>
    <dsp:sp modelId="{82633D34-95B9-4D6C-BB6B-D1FF4020512C}">
      <dsp:nvSpPr>
        <dsp:cNvPr id="0" name=""/>
        <dsp:cNvSpPr/>
      </dsp:nvSpPr>
      <dsp:spPr>
        <a:xfrm>
          <a:off x="0" y="1735225"/>
          <a:ext cx="523248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DE2718-34C5-4EFD-B90F-7FF4120230CE}">
      <dsp:nvSpPr>
        <dsp:cNvPr id="0" name=""/>
        <dsp:cNvSpPr/>
      </dsp:nvSpPr>
      <dsp:spPr>
        <a:xfrm>
          <a:off x="0" y="1735225"/>
          <a:ext cx="5232482" cy="1732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b="1" kern="1200" dirty="0">
              <a:latin typeface="+mn-lt"/>
            </a:rPr>
            <a:t>Advanced Scratch (4-5</a:t>
          </a:r>
          <a:r>
            <a:rPr lang="en-US" sz="2000" b="1" kern="1200" baseline="30000" dirty="0">
              <a:latin typeface="+mn-lt"/>
            </a:rPr>
            <a:t>th</a:t>
          </a:r>
          <a:r>
            <a:rPr lang="en-US" sz="2000" b="1" kern="1200" dirty="0">
              <a:latin typeface="+mn-lt"/>
            </a:rPr>
            <a:t> Graders): </a:t>
          </a:r>
          <a:r>
            <a:rPr lang="en-US" sz="2000" b="0" i="0" kern="1200" dirty="0"/>
            <a:t>Programming concepts like nested loops, custom blocks, variables, while also incorporating advanced user input</a:t>
          </a:r>
          <a:endParaRPr lang="en-US" sz="2000" b="1" kern="1200" dirty="0">
            <a:latin typeface="+mn-lt"/>
          </a:endParaRPr>
        </a:p>
      </dsp:txBody>
      <dsp:txXfrm>
        <a:off x="0" y="1735225"/>
        <a:ext cx="5232482" cy="1732684"/>
      </dsp:txXfrm>
    </dsp:sp>
    <dsp:sp modelId="{16AFB02B-1763-4A3F-BD60-EB0663573DE5}">
      <dsp:nvSpPr>
        <dsp:cNvPr id="0" name=""/>
        <dsp:cNvSpPr/>
      </dsp:nvSpPr>
      <dsp:spPr>
        <a:xfrm>
          <a:off x="0" y="3467909"/>
          <a:ext cx="523248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F7149A-9372-4882-B85A-027089748861}">
      <dsp:nvSpPr>
        <dsp:cNvPr id="0" name=""/>
        <dsp:cNvSpPr/>
      </dsp:nvSpPr>
      <dsp:spPr>
        <a:xfrm>
          <a:off x="0" y="3467909"/>
          <a:ext cx="5232482" cy="1732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b="1" kern="1200" dirty="0">
              <a:latin typeface="+mn-lt"/>
            </a:rPr>
            <a:t>Beginner Python (5+ Graders): </a:t>
          </a:r>
          <a:r>
            <a:rPr lang="en-US" sz="2000" b="0" i="0" kern="1200" dirty="0"/>
            <a:t>Introduces fundamental programming concepts such as variables, loops, and conditionals through engaging, hands-on projects</a:t>
          </a:r>
          <a:endParaRPr lang="en-US" sz="2000" b="1" kern="1200" dirty="0">
            <a:latin typeface="+mn-lt"/>
          </a:endParaRPr>
        </a:p>
      </dsp:txBody>
      <dsp:txXfrm>
        <a:off x="0" y="3467909"/>
        <a:ext cx="5232482" cy="17326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E306EA-F44F-4716-A5B7-D839F3082AA2}">
      <dsp:nvSpPr>
        <dsp:cNvPr id="0" name=""/>
        <dsp:cNvSpPr/>
      </dsp:nvSpPr>
      <dsp:spPr>
        <a:xfrm>
          <a:off x="0" y="0"/>
          <a:ext cx="10065075"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2F073C-3CF8-4FC8-BA32-C30B315A7401}">
      <dsp:nvSpPr>
        <dsp:cNvPr id="0" name=""/>
        <dsp:cNvSpPr/>
      </dsp:nvSpPr>
      <dsp:spPr>
        <a:xfrm>
          <a:off x="0" y="0"/>
          <a:ext cx="10065075" cy="911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90000"/>
            </a:lnSpc>
            <a:spcBef>
              <a:spcPct val="0"/>
            </a:spcBef>
            <a:spcAft>
              <a:spcPct val="35000"/>
            </a:spcAft>
            <a:buNone/>
          </a:pPr>
          <a:r>
            <a:rPr lang="en-US" sz="2400" b="1" i="0" kern="1200" dirty="0">
              <a:latin typeface="+mn-lt"/>
            </a:rPr>
            <a:t>We appreciate the support and resources provided by the Punjabi School Bothell and the Gurudwara Board.</a:t>
          </a:r>
          <a:endParaRPr lang="en-US" sz="2400" b="1" kern="1200" dirty="0">
            <a:latin typeface="+mn-lt"/>
          </a:endParaRPr>
        </a:p>
      </dsp:txBody>
      <dsp:txXfrm>
        <a:off x="0" y="0"/>
        <a:ext cx="10065075" cy="911561"/>
      </dsp:txXfrm>
    </dsp:sp>
    <dsp:sp modelId="{73B935EF-B5E9-4E91-BD14-C75F2184D47B}">
      <dsp:nvSpPr>
        <dsp:cNvPr id="0" name=""/>
        <dsp:cNvSpPr/>
      </dsp:nvSpPr>
      <dsp:spPr>
        <a:xfrm>
          <a:off x="0" y="911561"/>
          <a:ext cx="10065075" cy="0"/>
        </a:xfrm>
        <a:prstGeom prst="line">
          <a:avLst/>
        </a:prstGeom>
        <a:solidFill>
          <a:schemeClr val="accent5">
            <a:hueOff val="-1804506"/>
            <a:satOff val="12563"/>
            <a:lumOff val="4444"/>
            <a:alphaOff val="0"/>
          </a:schemeClr>
        </a:solidFill>
        <a:ln w="12700" cap="flat" cmpd="sng" algn="ctr">
          <a:solidFill>
            <a:schemeClr val="accent5">
              <a:hueOff val="-1804506"/>
              <a:satOff val="12563"/>
              <a:lumOff val="444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1D168F-9DB4-4A1F-B198-CCE14AE5522B}">
      <dsp:nvSpPr>
        <dsp:cNvPr id="0" name=""/>
        <dsp:cNvSpPr/>
      </dsp:nvSpPr>
      <dsp:spPr>
        <a:xfrm>
          <a:off x="0" y="911561"/>
          <a:ext cx="10065075" cy="911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mn-lt"/>
            </a:rPr>
            <a:t>We look forward to increased student  attendance</a:t>
          </a:r>
        </a:p>
      </dsp:txBody>
      <dsp:txXfrm>
        <a:off x="0" y="911561"/>
        <a:ext cx="10065075" cy="911561"/>
      </dsp:txXfrm>
    </dsp:sp>
    <dsp:sp modelId="{AB9DC966-C68C-4500-9CB1-743C7478AA32}">
      <dsp:nvSpPr>
        <dsp:cNvPr id="0" name=""/>
        <dsp:cNvSpPr/>
      </dsp:nvSpPr>
      <dsp:spPr>
        <a:xfrm>
          <a:off x="0" y="1823122"/>
          <a:ext cx="10065075" cy="0"/>
        </a:xfrm>
        <a:prstGeom prst="line">
          <a:avLst/>
        </a:prstGeom>
        <a:solidFill>
          <a:schemeClr val="accent5">
            <a:hueOff val="-3609012"/>
            <a:satOff val="25126"/>
            <a:lumOff val="8889"/>
            <a:alphaOff val="0"/>
          </a:schemeClr>
        </a:solidFill>
        <a:ln w="12700" cap="flat" cmpd="sng" algn="ctr">
          <a:solidFill>
            <a:schemeClr val="accent5">
              <a:hueOff val="-3609012"/>
              <a:satOff val="25126"/>
              <a:lumOff val="888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30E54B-C08B-46D5-969F-FA19630D8FA2}">
      <dsp:nvSpPr>
        <dsp:cNvPr id="0" name=""/>
        <dsp:cNvSpPr/>
      </dsp:nvSpPr>
      <dsp:spPr>
        <a:xfrm>
          <a:off x="0" y="1823122"/>
          <a:ext cx="10065075" cy="911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90000"/>
            </a:lnSpc>
            <a:spcBef>
              <a:spcPct val="0"/>
            </a:spcBef>
            <a:spcAft>
              <a:spcPct val="35000"/>
            </a:spcAft>
            <a:buNone/>
          </a:pPr>
          <a:r>
            <a:rPr lang="en-US" sz="2400" b="1" kern="1200" dirty="0">
              <a:latin typeface="+mn-lt"/>
            </a:rPr>
            <a:t>Please contact us of you are interested to join the coding program</a:t>
          </a:r>
        </a:p>
      </dsp:txBody>
      <dsp:txXfrm>
        <a:off x="0" y="1823122"/>
        <a:ext cx="10065075" cy="911561"/>
      </dsp:txXfrm>
    </dsp:sp>
    <dsp:sp modelId="{7B201126-323B-4588-8688-0EA98A4DC4BC}">
      <dsp:nvSpPr>
        <dsp:cNvPr id="0" name=""/>
        <dsp:cNvSpPr/>
      </dsp:nvSpPr>
      <dsp:spPr>
        <a:xfrm>
          <a:off x="0" y="2734683"/>
          <a:ext cx="10065075" cy="0"/>
        </a:xfrm>
        <a:prstGeom prst="line">
          <a:avLst/>
        </a:prstGeom>
        <a:solidFill>
          <a:schemeClr val="accent5">
            <a:hueOff val="-5413518"/>
            <a:satOff val="37689"/>
            <a:lumOff val="13333"/>
            <a:alphaOff val="0"/>
          </a:schemeClr>
        </a:solidFill>
        <a:ln w="12700" cap="flat" cmpd="sng" algn="ctr">
          <a:solidFill>
            <a:schemeClr val="accent5">
              <a:hueOff val="-5413518"/>
              <a:satOff val="37689"/>
              <a:lumOff val="1333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3C3E06-8ECE-46BD-828A-4E2886EAA9A1}">
      <dsp:nvSpPr>
        <dsp:cNvPr id="0" name=""/>
        <dsp:cNvSpPr/>
      </dsp:nvSpPr>
      <dsp:spPr>
        <a:xfrm>
          <a:off x="0" y="2734683"/>
          <a:ext cx="10065075" cy="911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mn-lt"/>
            </a:rPr>
            <a:t>Volunteers</a:t>
          </a:r>
        </a:p>
      </dsp:txBody>
      <dsp:txXfrm>
        <a:off x="0" y="2734683"/>
        <a:ext cx="10065075" cy="91156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A6A15-6E39-4FFA-B5DC-89EB633E6DC2}"/>
              </a:ext>
            </a:extLst>
          </p:cNvPr>
          <p:cNvSpPr>
            <a:spLocks noGrp="1"/>
          </p:cNvSpPr>
          <p:nvPr>
            <p:ph type="ctrTitle"/>
          </p:nvPr>
        </p:nvSpPr>
        <p:spPr>
          <a:xfrm>
            <a:off x="1638300" y="1371600"/>
            <a:ext cx="8127574" cy="2736443"/>
          </a:xfrm>
        </p:spPr>
        <p:txBody>
          <a:bodyPr anchor="b">
            <a:normAutofit/>
          </a:bodyPr>
          <a:lstStyle>
            <a:lvl1pPr algn="l">
              <a:defRPr sz="4400"/>
            </a:lvl1pPr>
          </a:lstStyle>
          <a:p>
            <a:r>
              <a:rPr lang="en-US"/>
              <a:t>Click to edit Master title style</a:t>
            </a:r>
          </a:p>
        </p:txBody>
      </p:sp>
      <p:sp>
        <p:nvSpPr>
          <p:cNvPr id="3" name="Subtitle 2">
            <a:extLst>
              <a:ext uri="{FF2B5EF4-FFF2-40B4-BE49-F238E27FC236}">
                <a16:creationId xmlns:a16="http://schemas.microsoft.com/office/drawing/2014/main" id="{9A169311-3201-45EC-B973-82EC27DA529A}"/>
              </a:ext>
            </a:extLst>
          </p:cNvPr>
          <p:cNvSpPr>
            <a:spLocks noGrp="1"/>
          </p:cNvSpPr>
          <p:nvPr>
            <p:ph type="subTitle" idx="1"/>
          </p:nvPr>
        </p:nvSpPr>
        <p:spPr>
          <a:xfrm>
            <a:off x="1638300" y="4299358"/>
            <a:ext cx="8127574" cy="1187042"/>
          </a:xfrm>
        </p:spPr>
        <p:txBody>
          <a:bodyPr>
            <a:normAutofit/>
          </a:bodyPr>
          <a:lstStyle>
            <a:lvl1pPr marL="0" indent="0" algn="l">
              <a:buNone/>
              <a:defRPr sz="1800" cap="all" spc="2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9AE4B9-EDEF-4A2C-B464-332C5C624F1D}"/>
              </a:ext>
            </a:extLst>
          </p:cNvPr>
          <p:cNvSpPr>
            <a:spLocks noGrp="1"/>
          </p:cNvSpPr>
          <p:nvPr>
            <p:ph type="dt" sz="half" idx="10"/>
          </p:nvPr>
        </p:nvSpPr>
        <p:spPr/>
        <p:txBody>
          <a:bodyPr/>
          <a:lstStyle/>
          <a:p>
            <a:fld id="{B6D41BCC-AD73-4203-A5A6-E62EB28B0FE6}" type="datetimeFigureOut">
              <a:rPr lang="en-US" smtClean="0"/>
              <a:t>1/20/2026</a:t>
            </a:fld>
            <a:endParaRPr lang="en-US"/>
          </a:p>
        </p:txBody>
      </p:sp>
      <p:sp>
        <p:nvSpPr>
          <p:cNvPr id="5" name="Footer Placeholder 4">
            <a:extLst>
              <a:ext uri="{FF2B5EF4-FFF2-40B4-BE49-F238E27FC236}">
                <a16:creationId xmlns:a16="http://schemas.microsoft.com/office/drawing/2014/main" id="{62B4C951-4861-4549-8E72-CEECA89E4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E1401-5637-41BC-AC21-891056450A28}"/>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374741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B3747-9ADB-4FCC-89CE-6E84D13475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AEC9C6-5D7D-4249-8820-D4C99D0AE8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1F35F7-46A1-40A9-ACD7-C4923992674A}"/>
              </a:ext>
            </a:extLst>
          </p:cNvPr>
          <p:cNvSpPr>
            <a:spLocks noGrp="1"/>
          </p:cNvSpPr>
          <p:nvPr>
            <p:ph type="dt" sz="half" idx="10"/>
          </p:nvPr>
        </p:nvSpPr>
        <p:spPr/>
        <p:txBody>
          <a:bodyPr/>
          <a:lstStyle/>
          <a:p>
            <a:fld id="{B6D41BCC-AD73-4203-A5A6-E62EB28B0FE6}" type="datetimeFigureOut">
              <a:rPr lang="en-US" smtClean="0"/>
              <a:t>1/20/2026</a:t>
            </a:fld>
            <a:endParaRPr lang="en-US"/>
          </a:p>
        </p:txBody>
      </p:sp>
      <p:sp>
        <p:nvSpPr>
          <p:cNvPr id="5" name="Footer Placeholder 4">
            <a:extLst>
              <a:ext uri="{FF2B5EF4-FFF2-40B4-BE49-F238E27FC236}">
                <a16:creationId xmlns:a16="http://schemas.microsoft.com/office/drawing/2014/main" id="{FA345637-B780-4999-A87D-0039BC5A94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D9777F-E471-4CC5-B27B-137CB061E28E}"/>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085820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DCB1D-064E-46DE-B533-7CDA331EEB61}"/>
              </a:ext>
            </a:extLst>
          </p:cNvPr>
          <p:cNvSpPr>
            <a:spLocks noGrp="1"/>
          </p:cNvSpPr>
          <p:nvPr>
            <p:ph type="title"/>
          </p:nvPr>
        </p:nvSpPr>
        <p:spPr>
          <a:xfrm>
            <a:off x="1638300" y="2748406"/>
            <a:ext cx="8115300" cy="2737994"/>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5FD222C0-D002-4A94-BAFF-FD1A1CCA64CE}"/>
              </a:ext>
            </a:extLst>
          </p:cNvPr>
          <p:cNvSpPr>
            <a:spLocks noGrp="1"/>
          </p:cNvSpPr>
          <p:nvPr>
            <p:ph type="body" idx="1"/>
          </p:nvPr>
        </p:nvSpPr>
        <p:spPr>
          <a:xfrm>
            <a:off x="1638300" y="1371600"/>
            <a:ext cx="8115300" cy="1333272"/>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3E7D7E-EC9F-4AA5-A559-EF556C6AD5EE}"/>
              </a:ext>
            </a:extLst>
          </p:cNvPr>
          <p:cNvSpPr>
            <a:spLocks noGrp="1"/>
          </p:cNvSpPr>
          <p:nvPr>
            <p:ph type="dt" sz="half" idx="10"/>
          </p:nvPr>
        </p:nvSpPr>
        <p:spPr/>
        <p:txBody>
          <a:bodyPr/>
          <a:lstStyle/>
          <a:p>
            <a:fld id="{B6D41BCC-AD73-4203-A5A6-E62EB28B0FE6}" type="datetimeFigureOut">
              <a:rPr lang="en-US" smtClean="0"/>
              <a:t>1/20/2026</a:t>
            </a:fld>
            <a:endParaRPr lang="en-US"/>
          </a:p>
        </p:txBody>
      </p:sp>
      <p:sp>
        <p:nvSpPr>
          <p:cNvPr id="5" name="Footer Placeholder 4">
            <a:extLst>
              <a:ext uri="{FF2B5EF4-FFF2-40B4-BE49-F238E27FC236}">
                <a16:creationId xmlns:a16="http://schemas.microsoft.com/office/drawing/2014/main" id="{2677A8EE-88C1-400C-A23F-656DC76B9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C245A4-F9C6-44E9-929F-78C657C8B651}"/>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822494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DF34F-B65E-4FA0-87E8-8890F482B383}"/>
              </a:ext>
            </a:extLst>
          </p:cNvPr>
          <p:cNvSpPr>
            <a:spLocks noGrp="1"/>
          </p:cNvSpPr>
          <p:nvPr>
            <p:ph type="title"/>
          </p:nvPr>
        </p:nvSpPr>
        <p:spPr>
          <a:xfrm>
            <a:off x="1638299" y="685800"/>
            <a:ext cx="9382348" cy="13716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D625A67-10CA-4531-93E1-39892C087E0B}"/>
              </a:ext>
            </a:extLst>
          </p:cNvPr>
          <p:cNvSpPr>
            <a:spLocks noGrp="1"/>
          </p:cNvSpPr>
          <p:nvPr>
            <p:ph sz="half" idx="1"/>
          </p:nvPr>
        </p:nvSpPr>
        <p:spPr>
          <a:xfrm>
            <a:off x="1638297" y="2057400"/>
            <a:ext cx="4553103" cy="4125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22BE36-0CAF-4D92-9AC2-9249276B96F2}"/>
              </a:ext>
            </a:extLst>
          </p:cNvPr>
          <p:cNvSpPr>
            <a:spLocks noGrp="1"/>
          </p:cNvSpPr>
          <p:nvPr>
            <p:ph sz="half" idx="2"/>
          </p:nvPr>
        </p:nvSpPr>
        <p:spPr>
          <a:xfrm>
            <a:off x="6477000" y="2057400"/>
            <a:ext cx="4543647" cy="4125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C36479-3B04-43BD-9B59-DBF6CA2BF814}"/>
              </a:ext>
            </a:extLst>
          </p:cNvPr>
          <p:cNvSpPr>
            <a:spLocks noGrp="1"/>
          </p:cNvSpPr>
          <p:nvPr>
            <p:ph type="dt" sz="half" idx="10"/>
          </p:nvPr>
        </p:nvSpPr>
        <p:spPr/>
        <p:txBody>
          <a:bodyPr/>
          <a:lstStyle/>
          <a:p>
            <a:fld id="{B6D41BCC-AD73-4203-A5A6-E62EB28B0FE6}" type="datetimeFigureOut">
              <a:rPr lang="en-US" smtClean="0"/>
              <a:t>1/20/2026</a:t>
            </a:fld>
            <a:endParaRPr lang="en-US"/>
          </a:p>
        </p:txBody>
      </p:sp>
      <p:sp>
        <p:nvSpPr>
          <p:cNvPr id="6" name="Footer Placeholder 5">
            <a:extLst>
              <a:ext uri="{FF2B5EF4-FFF2-40B4-BE49-F238E27FC236}">
                <a16:creationId xmlns:a16="http://schemas.microsoft.com/office/drawing/2014/main" id="{0CFD4449-57DB-41D2-B49E-694E7C13FA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60CC2C-E50B-47D2-B62F-D5C4C9CDA7E8}"/>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630441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8530B-D0F2-4FC4-A10F-1E54EF82C877}"/>
              </a:ext>
            </a:extLst>
          </p:cNvPr>
          <p:cNvSpPr>
            <a:spLocks noGrp="1"/>
          </p:cNvSpPr>
          <p:nvPr>
            <p:ph type="title"/>
          </p:nvPr>
        </p:nvSpPr>
        <p:spPr>
          <a:xfrm>
            <a:off x="1638300" y="755118"/>
            <a:ext cx="9378304" cy="1222765"/>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68865C-9D06-4FA3-BA3D-7187BB41B576}"/>
              </a:ext>
            </a:extLst>
          </p:cNvPr>
          <p:cNvSpPr>
            <a:spLocks noGrp="1"/>
          </p:cNvSpPr>
          <p:nvPr>
            <p:ph type="body" idx="1"/>
          </p:nvPr>
        </p:nvSpPr>
        <p:spPr>
          <a:xfrm>
            <a:off x="1638300" y="2034147"/>
            <a:ext cx="4529391" cy="681591"/>
          </a:xfrm>
        </p:spPr>
        <p:txBody>
          <a:bodyPr anchor="b">
            <a:normAutofit/>
          </a:bodyPr>
          <a:lstStyle>
            <a:lvl1pPr marL="0" indent="0">
              <a:buNone/>
              <a:defRPr sz="1800" b="1" cap="all" spc="2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656570-8F97-4B7E-A805-96925AC4781F}"/>
              </a:ext>
            </a:extLst>
          </p:cNvPr>
          <p:cNvSpPr>
            <a:spLocks noGrp="1"/>
          </p:cNvSpPr>
          <p:nvPr>
            <p:ph sz="half" idx="2"/>
          </p:nvPr>
        </p:nvSpPr>
        <p:spPr>
          <a:xfrm>
            <a:off x="1638300" y="2748405"/>
            <a:ext cx="4529391" cy="3441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57EF54-F63F-4730-99EE-0E472578F512}"/>
              </a:ext>
            </a:extLst>
          </p:cNvPr>
          <p:cNvSpPr>
            <a:spLocks noGrp="1"/>
          </p:cNvSpPr>
          <p:nvPr>
            <p:ph type="body" sz="quarter" idx="3"/>
          </p:nvPr>
        </p:nvSpPr>
        <p:spPr>
          <a:xfrm>
            <a:off x="6487213" y="2034147"/>
            <a:ext cx="4529391" cy="681591"/>
          </a:xfrm>
        </p:spPr>
        <p:txBody>
          <a:bodyPr anchor="b">
            <a:normAutofit/>
          </a:bodyPr>
          <a:lstStyle>
            <a:lvl1pPr marL="0" indent="0">
              <a:buNone/>
              <a:defRPr sz="1800" b="1" cap="all" spc="2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08453E-B012-4889-9F49-E1351532ADF2}"/>
              </a:ext>
            </a:extLst>
          </p:cNvPr>
          <p:cNvSpPr>
            <a:spLocks noGrp="1"/>
          </p:cNvSpPr>
          <p:nvPr>
            <p:ph sz="quarter" idx="4"/>
          </p:nvPr>
        </p:nvSpPr>
        <p:spPr>
          <a:xfrm>
            <a:off x="6487213" y="2748405"/>
            <a:ext cx="4529391" cy="3441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9FC47A-8514-4C98-B1BE-FF6CC666C580}"/>
              </a:ext>
            </a:extLst>
          </p:cNvPr>
          <p:cNvSpPr>
            <a:spLocks noGrp="1"/>
          </p:cNvSpPr>
          <p:nvPr>
            <p:ph type="dt" sz="half" idx="10"/>
          </p:nvPr>
        </p:nvSpPr>
        <p:spPr/>
        <p:txBody>
          <a:bodyPr/>
          <a:lstStyle/>
          <a:p>
            <a:fld id="{B6D41BCC-AD73-4203-A5A6-E62EB28B0FE6}" type="datetimeFigureOut">
              <a:rPr lang="en-US" smtClean="0"/>
              <a:t>1/20/2026</a:t>
            </a:fld>
            <a:endParaRPr lang="en-US"/>
          </a:p>
        </p:txBody>
      </p:sp>
      <p:sp>
        <p:nvSpPr>
          <p:cNvPr id="8" name="Footer Placeholder 7">
            <a:extLst>
              <a:ext uri="{FF2B5EF4-FFF2-40B4-BE49-F238E27FC236}">
                <a16:creationId xmlns:a16="http://schemas.microsoft.com/office/drawing/2014/main" id="{CED4301A-D375-4163-9488-27A9CDC6FD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ED6105-4A37-4D4B-9BE8-715FB732C924}"/>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690953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3007F-6649-4D23-8869-C1CC29D009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8B85A1-41F9-4BC1-9C40-3E5D5C0425BF}"/>
              </a:ext>
            </a:extLst>
          </p:cNvPr>
          <p:cNvSpPr>
            <a:spLocks noGrp="1"/>
          </p:cNvSpPr>
          <p:nvPr>
            <p:ph type="dt" sz="half" idx="10"/>
          </p:nvPr>
        </p:nvSpPr>
        <p:spPr/>
        <p:txBody>
          <a:bodyPr/>
          <a:lstStyle/>
          <a:p>
            <a:fld id="{B6D41BCC-AD73-4203-A5A6-E62EB28B0FE6}" type="datetimeFigureOut">
              <a:rPr lang="en-US" smtClean="0"/>
              <a:t>1/20/2026</a:t>
            </a:fld>
            <a:endParaRPr lang="en-US"/>
          </a:p>
        </p:txBody>
      </p:sp>
      <p:sp>
        <p:nvSpPr>
          <p:cNvPr id="4" name="Footer Placeholder 3">
            <a:extLst>
              <a:ext uri="{FF2B5EF4-FFF2-40B4-BE49-F238E27FC236}">
                <a16:creationId xmlns:a16="http://schemas.microsoft.com/office/drawing/2014/main" id="{97B23774-EAA9-47ED-87EF-EE2B29A258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526550-DD4D-45E2-8916-8314C5D0680D}"/>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544794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5FACD-1A4D-49F3-8EA8-21B5C1A6A258}"/>
              </a:ext>
            </a:extLst>
          </p:cNvPr>
          <p:cNvSpPr>
            <a:spLocks noGrp="1"/>
          </p:cNvSpPr>
          <p:nvPr>
            <p:ph type="dt" sz="half" idx="10"/>
          </p:nvPr>
        </p:nvSpPr>
        <p:spPr/>
        <p:txBody>
          <a:bodyPr/>
          <a:lstStyle/>
          <a:p>
            <a:fld id="{B6D41BCC-AD73-4203-A5A6-E62EB28B0FE6}" type="datetimeFigureOut">
              <a:rPr lang="en-US" smtClean="0"/>
              <a:t>1/20/2026</a:t>
            </a:fld>
            <a:endParaRPr lang="en-US"/>
          </a:p>
        </p:txBody>
      </p:sp>
      <p:sp>
        <p:nvSpPr>
          <p:cNvPr id="3" name="Footer Placeholder 2">
            <a:extLst>
              <a:ext uri="{FF2B5EF4-FFF2-40B4-BE49-F238E27FC236}">
                <a16:creationId xmlns:a16="http://schemas.microsoft.com/office/drawing/2014/main" id="{C4FFD9DD-0E4E-4C36-AF85-B3EAD7FE61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E6F4C8-14FA-4405-85EE-ABF53FB0377C}"/>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583972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E7C28-5DEE-493D-ABAD-38E4F2D75924}"/>
              </a:ext>
            </a:extLst>
          </p:cNvPr>
          <p:cNvSpPr>
            <a:spLocks noGrp="1"/>
          </p:cNvSpPr>
          <p:nvPr>
            <p:ph type="title"/>
          </p:nvPr>
        </p:nvSpPr>
        <p:spPr>
          <a:xfrm>
            <a:off x="1225621" y="1085481"/>
            <a:ext cx="3651180" cy="1657719"/>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5E79C5-E567-4F12-96B8-8BBEAE3D8B9F}"/>
              </a:ext>
            </a:extLst>
          </p:cNvPr>
          <p:cNvSpPr>
            <a:spLocks noGrp="1"/>
          </p:cNvSpPr>
          <p:nvPr>
            <p:ph idx="1"/>
          </p:nvPr>
        </p:nvSpPr>
        <p:spPr>
          <a:xfrm>
            <a:off x="5676900" y="1132676"/>
            <a:ext cx="5289480" cy="4728374"/>
          </a:xfrm>
        </p:spPr>
        <p:txBody>
          <a:bodyPr/>
          <a:lstStyle>
            <a:lvl1pPr>
              <a:lnSpc>
                <a:spcPct val="110000"/>
              </a:lnSpc>
              <a:defRPr sz="3200"/>
            </a:lvl1pPr>
            <a:lvl2pPr>
              <a:lnSpc>
                <a:spcPct val="110000"/>
              </a:lnSpc>
              <a:defRPr sz="2800"/>
            </a:lvl2pPr>
            <a:lvl3pPr>
              <a:lnSpc>
                <a:spcPct val="110000"/>
              </a:lnSpc>
              <a:defRPr sz="2400"/>
            </a:lvl3pPr>
            <a:lvl4pPr>
              <a:lnSpc>
                <a:spcPct val="110000"/>
              </a:lnSpc>
              <a:defRPr sz="2000"/>
            </a:lvl4pPr>
            <a:lvl5pPr>
              <a:lnSpc>
                <a:spcPct val="110000"/>
              </a:lnSpc>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33DF7F-0B5C-40CE-A65F-779FA7EFBF1C}"/>
              </a:ext>
            </a:extLst>
          </p:cNvPr>
          <p:cNvSpPr>
            <a:spLocks noGrp="1"/>
          </p:cNvSpPr>
          <p:nvPr>
            <p:ph type="body" sz="half" idx="2"/>
          </p:nvPr>
        </p:nvSpPr>
        <p:spPr>
          <a:xfrm>
            <a:off x="1225621" y="2748406"/>
            <a:ext cx="3651180" cy="31126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22248C-1826-4833-9592-383B5873AECA}"/>
              </a:ext>
            </a:extLst>
          </p:cNvPr>
          <p:cNvSpPr>
            <a:spLocks noGrp="1"/>
          </p:cNvSpPr>
          <p:nvPr>
            <p:ph type="dt" sz="half" idx="10"/>
          </p:nvPr>
        </p:nvSpPr>
        <p:spPr/>
        <p:txBody>
          <a:bodyPr/>
          <a:lstStyle/>
          <a:p>
            <a:fld id="{B6D41BCC-AD73-4203-A5A6-E62EB28B0FE6}" type="datetimeFigureOut">
              <a:rPr lang="en-US" smtClean="0"/>
              <a:t>1/20/2026</a:t>
            </a:fld>
            <a:endParaRPr lang="en-US"/>
          </a:p>
        </p:txBody>
      </p:sp>
      <p:sp>
        <p:nvSpPr>
          <p:cNvPr id="6" name="Footer Placeholder 5">
            <a:extLst>
              <a:ext uri="{FF2B5EF4-FFF2-40B4-BE49-F238E27FC236}">
                <a16:creationId xmlns:a16="http://schemas.microsoft.com/office/drawing/2014/main" id="{E80219DC-2646-42AD-897A-EB765DCBE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238D7-4EEA-475B-B1CA-C44B89BEA304}"/>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021073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D65BE-C907-4660-A586-71C6A1D101EC}"/>
              </a:ext>
            </a:extLst>
          </p:cNvPr>
          <p:cNvSpPr>
            <a:spLocks noGrp="1"/>
          </p:cNvSpPr>
          <p:nvPr>
            <p:ph type="title"/>
          </p:nvPr>
        </p:nvSpPr>
        <p:spPr>
          <a:xfrm>
            <a:off x="1219200" y="1085481"/>
            <a:ext cx="3657600" cy="1657719"/>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44C8A9-67DF-419C-B2FC-3A879CCEF393}"/>
              </a:ext>
            </a:extLst>
          </p:cNvPr>
          <p:cNvSpPr>
            <a:spLocks noGrp="1"/>
          </p:cNvSpPr>
          <p:nvPr>
            <p:ph type="pic" idx="1"/>
          </p:nvPr>
        </p:nvSpPr>
        <p:spPr>
          <a:xfrm>
            <a:off x="5676900" y="1061885"/>
            <a:ext cx="5331069" cy="477556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DA94A1-3058-402A-9C3F-2F210D91D990}"/>
              </a:ext>
            </a:extLst>
          </p:cNvPr>
          <p:cNvSpPr>
            <a:spLocks noGrp="1"/>
          </p:cNvSpPr>
          <p:nvPr>
            <p:ph type="body" sz="half" idx="2"/>
          </p:nvPr>
        </p:nvSpPr>
        <p:spPr>
          <a:xfrm>
            <a:off x="1219200" y="2748406"/>
            <a:ext cx="3657600" cy="31126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C3CA50-C8D8-4F83-B2F6-BCE825866405}"/>
              </a:ext>
            </a:extLst>
          </p:cNvPr>
          <p:cNvSpPr>
            <a:spLocks noGrp="1"/>
          </p:cNvSpPr>
          <p:nvPr>
            <p:ph type="dt" sz="half" idx="10"/>
          </p:nvPr>
        </p:nvSpPr>
        <p:spPr/>
        <p:txBody>
          <a:bodyPr/>
          <a:lstStyle/>
          <a:p>
            <a:fld id="{B6D41BCC-AD73-4203-A5A6-E62EB28B0FE6}" type="datetimeFigureOut">
              <a:rPr lang="en-US" smtClean="0"/>
              <a:t>1/20/2026</a:t>
            </a:fld>
            <a:endParaRPr lang="en-US"/>
          </a:p>
        </p:txBody>
      </p:sp>
      <p:sp>
        <p:nvSpPr>
          <p:cNvPr id="6" name="Footer Placeholder 5">
            <a:extLst>
              <a:ext uri="{FF2B5EF4-FFF2-40B4-BE49-F238E27FC236}">
                <a16:creationId xmlns:a16="http://schemas.microsoft.com/office/drawing/2014/main" id="{057E5BE3-7B02-4281-BD90-C1FAAF6368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E256D-ACD5-438F-BA6F-605E5260E2E6}"/>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137804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AD0E6-AD36-493C-9DC3-5ACC2059EC93}"/>
              </a:ext>
            </a:extLst>
          </p:cNvPr>
          <p:cNvSpPr>
            <a:spLocks noGrp="1"/>
          </p:cNvSpPr>
          <p:nvPr>
            <p:ph type="title"/>
          </p:nvPr>
        </p:nvSpPr>
        <p:spPr>
          <a:xfrm>
            <a:off x="1638299" y="685800"/>
            <a:ext cx="8915402" cy="1371600"/>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0B8558-FA83-4F6C-A6D1-2DF9D3F74BD6}"/>
              </a:ext>
            </a:extLst>
          </p:cNvPr>
          <p:cNvSpPr>
            <a:spLocks noGrp="1"/>
          </p:cNvSpPr>
          <p:nvPr>
            <p:ph type="body" orient="vert" idx="1"/>
          </p:nvPr>
        </p:nvSpPr>
        <p:spPr>
          <a:xfrm>
            <a:off x="1638299" y="2057399"/>
            <a:ext cx="8915401" cy="41148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6DE619-0CC6-4480-ABDE-277D36BDFCBB}"/>
              </a:ext>
            </a:extLst>
          </p:cNvPr>
          <p:cNvSpPr>
            <a:spLocks noGrp="1"/>
          </p:cNvSpPr>
          <p:nvPr>
            <p:ph type="dt" sz="half" idx="10"/>
          </p:nvPr>
        </p:nvSpPr>
        <p:spPr/>
        <p:txBody>
          <a:bodyPr/>
          <a:lstStyle/>
          <a:p>
            <a:fld id="{B6D41BCC-AD73-4203-A5A6-E62EB28B0FE6}" type="datetimeFigureOut">
              <a:rPr lang="en-US" smtClean="0"/>
              <a:t>1/20/2026</a:t>
            </a:fld>
            <a:endParaRPr lang="en-US"/>
          </a:p>
        </p:txBody>
      </p:sp>
      <p:sp>
        <p:nvSpPr>
          <p:cNvPr id="5" name="Footer Placeholder 4">
            <a:extLst>
              <a:ext uri="{FF2B5EF4-FFF2-40B4-BE49-F238E27FC236}">
                <a16:creationId xmlns:a16="http://schemas.microsoft.com/office/drawing/2014/main" id="{140791E6-BE35-4ECA-8AD1-E8EC09B856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F94606-B928-42D6-85CC-9576F60E3B5C}"/>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44731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F18D8A-5002-491C-922A-E9624E2DB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5882C6-2BE9-4E25-B8BB-A2346A2B0B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7BEFF9-B3BC-4C07-BF6C-2E3C91B54B78}"/>
              </a:ext>
            </a:extLst>
          </p:cNvPr>
          <p:cNvSpPr>
            <a:spLocks noGrp="1"/>
          </p:cNvSpPr>
          <p:nvPr>
            <p:ph type="dt" sz="half" idx="10"/>
          </p:nvPr>
        </p:nvSpPr>
        <p:spPr/>
        <p:txBody>
          <a:bodyPr/>
          <a:lstStyle/>
          <a:p>
            <a:fld id="{B6D41BCC-AD73-4203-A5A6-E62EB28B0FE6}" type="datetimeFigureOut">
              <a:rPr lang="en-US" smtClean="0"/>
              <a:t>1/20/2026</a:t>
            </a:fld>
            <a:endParaRPr lang="en-US"/>
          </a:p>
        </p:txBody>
      </p:sp>
      <p:sp>
        <p:nvSpPr>
          <p:cNvPr id="5" name="Footer Placeholder 4">
            <a:extLst>
              <a:ext uri="{FF2B5EF4-FFF2-40B4-BE49-F238E27FC236}">
                <a16:creationId xmlns:a16="http://schemas.microsoft.com/office/drawing/2014/main" id="{CE0F4CF6-CDF1-4AFD-8319-71FD4FED4F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1A026-57F4-47F7-B4F0-E0D48E01268E}"/>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880594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31A689-589E-4A73-9313-EF44F7E4E6BA}"/>
              </a:ext>
            </a:extLst>
          </p:cNvPr>
          <p:cNvSpPr>
            <a:spLocks noGrp="1"/>
          </p:cNvSpPr>
          <p:nvPr>
            <p:ph type="title"/>
          </p:nvPr>
        </p:nvSpPr>
        <p:spPr>
          <a:xfrm>
            <a:off x="1638299" y="685800"/>
            <a:ext cx="8915402" cy="13716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2B11B8-9E77-4144-B9C1-FD164D9A11A6}"/>
              </a:ext>
            </a:extLst>
          </p:cNvPr>
          <p:cNvSpPr>
            <a:spLocks noGrp="1"/>
          </p:cNvSpPr>
          <p:nvPr>
            <p:ph type="body" idx="1"/>
          </p:nvPr>
        </p:nvSpPr>
        <p:spPr>
          <a:xfrm>
            <a:off x="1638300" y="2057400"/>
            <a:ext cx="8915402" cy="41372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06E4CC-CF79-4C8D-9E5F-1BB517435A6F}"/>
              </a:ext>
            </a:extLst>
          </p:cNvPr>
          <p:cNvSpPr>
            <a:spLocks noGrp="1"/>
          </p:cNvSpPr>
          <p:nvPr>
            <p:ph type="dt" sz="half" idx="2"/>
          </p:nvPr>
        </p:nvSpPr>
        <p:spPr>
          <a:xfrm rot="5400000">
            <a:off x="-1001475" y="1517536"/>
            <a:ext cx="2801123" cy="365125"/>
          </a:xfrm>
          <a:prstGeom prst="rect">
            <a:avLst/>
          </a:prstGeom>
        </p:spPr>
        <p:txBody>
          <a:bodyPr vert="horz" lIns="91440" tIns="45720" rIns="91440" bIns="45720" rtlCol="0" anchor="ctr"/>
          <a:lstStyle>
            <a:lvl1pPr algn="l">
              <a:defRPr sz="800" cap="all" spc="100" baseline="0">
                <a:solidFill>
                  <a:schemeClr val="tx1"/>
                </a:solidFill>
              </a:defRPr>
            </a:lvl1pPr>
          </a:lstStyle>
          <a:p>
            <a:fld id="{B6D41BCC-AD73-4203-A5A6-E62EB28B0FE6}" type="datetimeFigureOut">
              <a:rPr lang="en-US" smtClean="0"/>
              <a:pPr/>
              <a:t>1/20/2026</a:t>
            </a:fld>
            <a:endParaRPr lang="en-US"/>
          </a:p>
        </p:txBody>
      </p:sp>
      <p:sp>
        <p:nvSpPr>
          <p:cNvPr id="5" name="Footer Placeholder 4">
            <a:extLst>
              <a:ext uri="{FF2B5EF4-FFF2-40B4-BE49-F238E27FC236}">
                <a16:creationId xmlns:a16="http://schemas.microsoft.com/office/drawing/2014/main" id="{E3D79449-05F6-4BC7-95DF-F04E1F161498}"/>
              </a:ext>
            </a:extLst>
          </p:cNvPr>
          <p:cNvSpPr>
            <a:spLocks noGrp="1"/>
          </p:cNvSpPr>
          <p:nvPr>
            <p:ph type="ftr" sz="quarter" idx="3"/>
          </p:nvPr>
        </p:nvSpPr>
        <p:spPr>
          <a:xfrm rot="5400000">
            <a:off x="10118764" y="4237870"/>
            <a:ext cx="3344053" cy="365125"/>
          </a:xfrm>
          <a:prstGeom prst="rect">
            <a:avLst/>
          </a:prstGeom>
        </p:spPr>
        <p:txBody>
          <a:bodyPr vert="horz" lIns="91440" tIns="45720" rIns="91440" bIns="45720" rtlCol="0" anchor="ctr"/>
          <a:lstStyle>
            <a:lvl1pPr algn="r">
              <a:defRPr sz="800" cap="all" spc="1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E9317FE5-2D1F-4ECC-9460-08145C3BB933}"/>
              </a:ext>
            </a:extLst>
          </p:cNvPr>
          <p:cNvSpPr>
            <a:spLocks noGrp="1"/>
          </p:cNvSpPr>
          <p:nvPr>
            <p:ph type="sldNum" sz="quarter" idx="4"/>
          </p:nvPr>
        </p:nvSpPr>
        <p:spPr>
          <a:xfrm>
            <a:off x="11228877" y="6319138"/>
            <a:ext cx="710647" cy="365125"/>
          </a:xfrm>
          <a:prstGeom prst="rect">
            <a:avLst/>
          </a:prstGeom>
        </p:spPr>
        <p:txBody>
          <a:bodyPr vert="horz" lIns="91440" tIns="45720" rIns="91440" bIns="45720" rtlCol="0" anchor="ctr"/>
          <a:lstStyle>
            <a:lvl1pPr algn="r">
              <a:defRPr sz="800" cap="all" spc="100" baseline="0">
                <a:solidFill>
                  <a:schemeClr val="tx1"/>
                </a:solidFill>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19549228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3.xml"/><Relationship Id="rId7" Type="http://schemas.openxmlformats.org/officeDocument/2006/relationships/image" Target="../media/image5.png"/><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image" Target="../media/image6.png"/><Relationship Id="rId4" Type="http://schemas.openxmlformats.org/officeDocument/2006/relationships/diagramQuickStyle" Target="../diagrams/quickStyle3.xml"/><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4.xml"/><Relationship Id="rId7" Type="http://schemas.openxmlformats.org/officeDocument/2006/relationships/image" Target="../media/image7.png"/><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F1CE6CDF-ADB7-468C-85C9-B20A076F3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639EA3C6-5BB9-4426-BF58-2B808502F8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58" name="Rectangle 57">
            <a:extLst>
              <a:ext uri="{FF2B5EF4-FFF2-40B4-BE49-F238E27FC236}">
                <a16:creationId xmlns:a16="http://schemas.microsoft.com/office/drawing/2014/main" id="{480A35E7-9EF6-40E1-A6C5-0B6D3D724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0099" y="685800"/>
            <a:ext cx="11391901" cy="5486400"/>
          </a:xfrm>
          <a:prstGeom prst="rect">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a:extLst>
              <a:ext uri="{FF2B5EF4-FFF2-40B4-BE49-F238E27FC236}">
                <a16:creationId xmlns:a16="http://schemas.microsoft.com/office/drawing/2014/main" id="{65A4F19D-E8D9-846E-45F1-2FB8D134BD54}"/>
              </a:ext>
            </a:extLst>
          </p:cNvPr>
          <p:cNvSpPr>
            <a:spLocks noGrp="1"/>
          </p:cNvSpPr>
          <p:nvPr>
            <p:ph type="ctrTitle"/>
          </p:nvPr>
        </p:nvSpPr>
        <p:spPr>
          <a:xfrm>
            <a:off x="6417767" y="3425663"/>
            <a:ext cx="5119056" cy="1934654"/>
          </a:xfrm>
        </p:spPr>
        <p:txBody>
          <a:bodyPr vert="horz" lIns="91440" tIns="45720" rIns="91440" bIns="45720" rtlCol="0" anchor="ctr">
            <a:normAutofit/>
          </a:bodyPr>
          <a:lstStyle/>
          <a:p>
            <a:pPr algn="ctr">
              <a:lnSpc>
                <a:spcPct val="90000"/>
              </a:lnSpc>
            </a:pPr>
            <a:r>
              <a:rPr lang="en-US" sz="3600" i="1" dirty="0">
                <a:solidFill>
                  <a:srgbClr val="0070C0"/>
                </a:solidFill>
                <a:latin typeface="Avenir Next LT Pro Light"/>
              </a:rPr>
              <a:t>Waheguru Ji Ka Khalsa</a:t>
            </a:r>
            <a:br>
              <a:rPr lang="en-US" sz="3600" i="1" dirty="0">
                <a:solidFill>
                  <a:srgbClr val="0070C0"/>
                </a:solidFill>
                <a:latin typeface="Avenir Next LT Pro Light"/>
              </a:rPr>
            </a:br>
            <a:r>
              <a:rPr lang="en-US" sz="3600" i="1" dirty="0">
                <a:solidFill>
                  <a:srgbClr val="0070C0"/>
                </a:solidFill>
                <a:latin typeface="Avenir Next LT Pro Light"/>
              </a:rPr>
              <a:t>Waheguru Ji Ki Fateh</a:t>
            </a:r>
          </a:p>
        </p:txBody>
      </p:sp>
      <p:pic>
        <p:nvPicPr>
          <p:cNvPr id="7" name="Picture 6" descr="A blue and yellow logo&#10;&#10;Description automatically generated">
            <a:extLst>
              <a:ext uri="{FF2B5EF4-FFF2-40B4-BE49-F238E27FC236}">
                <a16:creationId xmlns:a16="http://schemas.microsoft.com/office/drawing/2014/main" id="{1D18CAAD-69E7-4442-3833-05ADCF597C8F}"/>
              </a:ext>
            </a:extLst>
          </p:cNvPr>
          <p:cNvPicPr>
            <a:picLocks noChangeAspect="1"/>
          </p:cNvPicPr>
          <p:nvPr/>
        </p:nvPicPr>
        <p:blipFill>
          <a:blip r:embed="rId2"/>
          <a:stretch>
            <a:fillRect/>
          </a:stretch>
        </p:blipFill>
        <p:spPr>
          <a:xfrm>
            <a:off x="2017541" y="1371600"/>
            <a:ext cx="4114800" cy="4114800"/>
          </a:xfrm>
          <a:prstGeom prst="rect">
            <a:avLst/>
          </a:prstGeom>
        </p:spPr>
      </p:pic>
      <p:sp>
        <p:nvSpPr>
          <p:cNvPr id="9" name="TextBox 8">
            <a:extLst>
              <a:ext uri="{FF2B5EF4-FFF2-40B4-BE49-F238E27FC236}">
                <a16:creationId xmlns:a16="http://schemas.microsoft.com/office/drawing/2014/main" id="{6ED35D5E-AAE6-66B1-90F5-9347217A678C}"/>
              </a:ext>
            </a:extLst>
          </p:cNvPr>
          <p:cNvSpPr txBox="1"/>
          <p:nvPr/>
        </p:nvSpPr>
        <p:spPr>
          <a:xfrm>
            <a:off x="6520940" y="1715335"/>
            <a:ext cx="4911452" cy="120032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600" b="1" err="1">
                <a:solidFill>
                  <a:srgbClr val="0070C0"/>
                </a:solidFill>
                <a:ea typeface="+mn-lt"/>
                <a:cs typeface="+mn-lt"/>
              </a:rPr>
              <a:t>ਵਾਹਿਗੁਰੂ</a:t>
            </a:r>
            <a:r>
              <a:rPr lang="en-US" sz="3600" b="1" dirty="0">
                <a:solidFill>
                  <a:srgbClr val="0070C0"/>
                </a:solidFill>
                <a:ea typeface="+mn-lt"/>
                <a:cs typeface="+mn-lt"/>
              </a:rPr>
              <a:t> </a:t>
            </a:r>
            <a:r>
              <a:rPr lang="en-US" sz="3600" b="1" err="1">
                <a:solidFill>
                  <a:srgbClr val="0070C0"/>
                </a:solidFill>
                <a:ea typeface="+mn-lt"/>
                <a:cs typeface="+mn-lt"/>
              </a:rPr>
              <a:t>ਜੀ</a:t>
            </a:r>
            <a:r>
              <a:rPr lang="en-US" sz="3600" b="1" dirty="0">
                <a:solidFill>
                  <a:srgbClr val="0070C0"/>
                </a:solidFill>
                <a:ea typeface="+mn-lt"/>
                <a:cs typeface="+mn-lt"/>
              </a:rPr>
              <a:t> </a:t>
            </a:r>
            <a:r>
              <a:rPr lang="en-US" sz="3600" b="1" err="1">
                <a:solidFill>
                  <a:srgbClr val="0070C0"/>
                </a:solidFill>
                <a:ea typeface="+mn-lt"/>
                <a:cs typeface="+mn-lt"/>
              </a:rPr>
              <a:t>ਕਾ</a:t>
            </a:r>
            <a:r>
              <a:rPr lang="en-US" sz="3600" b="1" dirty="0">
                <a:solidFill>
                  <a:srgbClr val="0070C0"/>
                </a:solidFill>
                <a:ea typeface="+mn-lt"/>
                <a:cs typeface="+mn-lt"/>
              </a:rPr>
              <a:t> </a:t>
            </a:r>
            <a:r>
              <a:rPr lang="en-US" sz="3600" b="1" err="1">
                <a:solidFill>
                  <a:srgbClr val="0070C0"/>
                </a:solidFill>
                <a:ea typeface="+mn-lt"/>
                <a:cs typeface="+mn-lt"/>
              </a:rPr>
              <a:t>ਖਾਲਸਾ</a:t>
            </a:r>
            <a:r>
              <a:rPr lang="en-US" sz="3600" b="1" dirty="0">
                <a:solidFill>
                  <a:srgbClr val="0070C0"/>
                </a:solidFill>
                <a:ea typeface="+mn-lt"/>
                <a:cs typeface="+mn-lt"/>
              </a:rPr>
              <a:t> ॥</a:t>
            </a:r>
            <a:br>
              <a:rPr lang="en-US" sz="3600" b="1" dirty="0">
                <a:solidFill>
                  <a:srgbClr val="0070C0"/>
                </a:solidFill>
                <a:ea typeface="+mn-lt"/>
                <a:cs typeface="+mn-lt"/>
              </a:rPr>
            </a:br>
            <a:r>
              <a:rPr lang="en-US" sz="3600" b="1" err="1">
                <a:solidFill>
                  <a:srgbClr val="0070C0"/>
                </a:solidFill>
                <a:ea typeface="+mn-lt"/>
                <a:cs typeface="+mn-lt"/>
              </a:rPr>
              <a:t>ਵਾਹਿਗੁਰੂ</a:t>
            </a:r>
            <a:r>
              <a:rPr lang="en-US" sz="3600" b="1" dirty="0">
                <a:solidFill>
                  <a:srgbClr val="0070C0"/>
                </a:solidFill>
                <a:ea typeface="+mn-lt"/>
                <a:cs typeface="+mn-lt"/>
              </a:rPr>
              <a:t> </a:t>
            </a:r>
            <a:r>
              <a:rPr lang="en-US" sz="3600" b="1" err="1">
                <a:solidFill>
                  <a:srgbClr val="0070C0"/>
                </a:solidFill>
                <a:ea typeface="+mn-lt"/>
                <a:cs typeface="+mn-lt"/>
              </a:rPr>
              <a:t>ਜੀ</a:t>
            </a:r>
            <a:r>
              <a:rPr lang="en-US" sz="3600" b="1" dirty="0">
                <a:solidFill>
                  <a:srgbClr val="0070C0"/>
                </a:solidFill>
                <a:ea typeface="+mn-lt"/>
                <a:cs typeface="+mn-lt"/>
              </a:rPr>
              <a:t> </a:t>
            </a:r>
            <a:r>
              <a:rPr lang="en-US" sz="3600" b="1" err="1">
                <a:solidFill>
                  <a:srgbClr val="0070C0"/>
                </a:solidFill>
                <a:ea typeface="+mn-lt"/>
                <a:cs typeface="+mn-lt"/>
              </a:rPr>
              <a:t>ਕੀ</a:t>
            </a:r>
            <a:r>
              <a:rPr lang="en-US" sz="3600" b="1" dirty="0">
                <a:solidFill>
                  <a:srgbClr val="0070C0"/>
                </a:solidFill>
                <a:ea typeface="+mn-lt"/>
                <a:cs typeface="+mn-lt"/>
              </a:rPr>
              <a:t> </a:t>
            </a:r>
            <a:r>
              <a:rPr lang="en-US" sz="3600" b="1" err="1">
                <a:solidFill>
                  <a:srgbClr val="0070C0"/>
                </a:solidFill>
                <a:ea typeface="+mn-lt"/>
                <a:cs typeface="+mn-lt"/>
              </a:rPr>
              <a:t>ਫ਼ਤਹ</a:t>
            </a:r>
            <a:r>
              <a:rPr lang="en-US" sz="3600" b="1" dirty="0">
                <a:solidFill>
                  <a:srgbClr val="0070C0"/>
                </a:solidFill>
                <a:ea typeface="+mn-lt"/>
                <a:cs typeface="+mn-lt"/>
              </a:rPr>
              <a:t> ॥ </a:t>
            </a:r>
            <a:endParaRPr lang="en-US" sz="3600" b="1">
              <a:solidFill>
                <a:srgbClr val="0070C0"/>
              </a:solidFill>
            </a:endParaRPr>
          </a:p>
        </p:txBody>
      </p:sp>
    </p:spTree>
    <p:extLst>
      <p:ext uri="{BB962C8B-B14F-4D97-AF65-F5344CB8AC3E}">
        <p14:creationId xmlns:p14="http://schemas.microsoft.com/office/powerpoint/2010/main" val="2076761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4F19D-E8D9-846E-45F1-2FB8D134BD54}"/>
              </a:ext>
            </a:extLst>
          </p:cNvPr>
          <p:cNvSpPr>
            <a:spLocks noGrp="1"/>
          </p:cNvSpPr>
          <p:nvPr>
            <p:ph type="ctrTitle"/>
          </p:nvPr>
        </p:nvSpPr>
        <p:spPr>
          <a:xfrm>
            <a:off x="5676900" y="1399410"/>
            <a:ext cx="4876801" cy="2133320"/>
          </a:xfrm>
        </p:spPr>
        <p:txBody>
          <a:bodyPr>
            <a:normAutofit fontScale="90000"/>
          </a:bodyPr>
          <a:lstStyle/>
          <a:p>
            <a:r>
              <a:rPr lang="en-US" sz="4900" dirty="0"/>
              <a:t>Coding Program</a:t>
            </a:r>
            <a:br>
              <a:rPr lang="en-US" sz="4900" dirty="0"/>
            </a:br>
            <a:br>
              <a:rPr lang="en-US" dirty="0"/>
            </a:br>
            <a:r>
              <a:rPr lang="en-US" sz="3600" b="0" cap="all" dirty="0">
                <a:latin typeface="Avenir Next LT Pro Light"/>
              </a:rPr>
              <a:t>Updates and impact</a:t>
            </a:r>
            <a:endParaRPr lang="en-US" sz="3600" b="0" dirty="0">
              <a:latin typeface="Avenir Next LT Pro Light"/>
            </a:endParaRPr>
          </a:p>
        </p:txBody>
      </p:sp>
      <p:sp>
        <p:nvSpPr>
          <p:cNvPr id="3" name="Subtitle 2">
            <a:extLst>
              <a:ext uri="{FF2B5EF4-FFF2-40B4-BE49-F238E27FC236}">
                <a16:creationId xmlns:a16="http://schemas.microsoft.com/office/drawing/2014/main" id="{BB193C16-CF9E-FA85-9382-82BE5A256741}"/>
              </a:ext>
            </a:extLst>
          </p:cNvPr>
          <p:cNvSpPr>
            <a:spLocks noGrp="1"/>
          </p:cNvSpPr>
          <p:nvPr>
            <p:ph type="subTitle" idx="1"/>
          </p:nvPr>
        </p:nvSpPr>
        <p:spPr>
          <a:xfrm>
            <a:off x="5756413" y="3987740"/>
            <a:ext cx="4876801" cy="1363165"/>
          </a:xfrm>
        </p:spPr>
        <p:txBody>
          <a:bodyPr vert="horz" lIns="91440" tIns="45720" rIns="91440" bIns="45720" rtlCol="0" anchor="t">
            <a:normAutofit/>
          </a:bodyPr>
          <a:lstStyle/>
          <a:p>
            <a:endParaRPr lang="en-US" b="1" dirty="0"/>
          </a:p>
          <a:p>
            <a:r>
              <a:rPr lang="en-US" sz="2000" b="1" dirty="0"/>
              <a:t>Sanj Kaur Saini</a:t>
            </a:r>
            <a:endParaRPr lang="en-US" sz="2000" dirty="0"/>
          </a:p>
        </p:txBody>
      </p:sp>
      <p:pic>
        <p:nvPicPr>
          <p:cNvPr id="5" name="Picture 4" descr="A blue and yellow logo&#10;&#10;Description automatically generated">
            <a:extLst>
              <a:ext uri="{FF2B5EF4-FFF2-40B4-BE49-F238E27FC236}">
                <a16:creationId xmlns:a16="http://schemas.microsoft.com/office/drawing/2014/main" id="{9542DA49-D5D1-EC0F-B223-C9EA2E49458F}"/>
              </a:ext>
            </a:extLst>
          </p:cNvPr>
          <p:cNvPicPr>
            <a:picLocks noChangeAspect="1"/>
          </p:cNvPicPr>
          <p:nvPr/>
        </p:nvPicPr>
        <p:blipFill>
          <a:blip r:embed="rId2"/>
          <a:stretch>
            <a:fillRect/>
          </a:stretch>
        </p:blipFill>
        <p:spPr>
          <a:xfrm>
            <a:off x="988563" y="1271483"/>
            <a:ext cx="4114800" cy="4114800"/>
          </a:xfrm>
          <a:prstGeom prst="rect">
            <a:avLst/>
          </a:prstGeom>
          <a:ln>
            <a:noFill/>
          </a:ln>
        </p:spPr>
      </p:pic>
    </p:spTree>
    <p:extLst>
      <p:ext uri="{BB962C8B-B14F-4D97-AF65-F5344CB8AC3E}">
        <p14:creationId xmlns:p14="http://schemas.microsoft.com/office/powerpoint/2010/main" val="3380383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0057A51B-D758-43C1-965D-87BC59C65B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8B14D17-F39E-46D8-B836-C272986081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28901" y="-2628900"/>
            <a:ext cx="6134100" cy="113919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A4F19D-E8D9-846E-45F1-2FB8D134BD54}"/>
              </a:ext>
            </a:extLst>
          </p:cNvPr>
          <p:cNvSpPr>
            <a:spLocks noGrp="1"/>
          </p:cNvSpPr>
          <p:nvPr>
            <p:ph type="ctrTitle"/>
          </p:nvPr>
        </p:nvSpPr>
        <p:spPr>
          <a:xfrm>
            <a:off x="800100" y="685800"/>
            <a:ext cx="3642728" cy="2062606"/>
          </a:xfrm>
        </p:spPr>
        <p:txBody>
          <a:bodyPr vert="horz" lIns="91440" tIns="45720" rIns="91440" bIns="45720" rtlCol="0" anchor="t">
            <a:normAutofit/>
          </a:bodyPr>
          <a:lstStyle/>
          <a:p>
            <a:r>
              <a:rPr lang="en-US" sz="2400" b="1" kern="1200">
                <a:solidFill>
                  <a:schemeClr val="tx1"/>
                </a:solidFill>
                <a:latin typeface="+mj-lt"/>
                <a:ea typeface="+mj-ea"/>
                <a:cs typeface="+mj-cs"/>
              </a:rPr>
              <a:t>Program Overview</a:t>
            </a:r>
            <a:br>
              <a:rPr lang="en-US" sz="2400" b="1" kern="1200">
                <a:solidFill>
                  <a:schemeClr val="tx1"/>
                </a:solidFill>
                <a:latin typeface="+mj-lt"/>
                <a:ea typeface="+mj-ea"/>
                <a:cs typeface="+mj-cs"/>
              </a:rPr>
            </a:br>
            <a:br>
              <a:rPr lang="en-US" sz="2400" b="1" kern="1200">
                <a:solidFill>
                  <a:schemeClr val="tx1"/>
                </a:solidFill>
                <a:latin typeface="+mj-lt"/>
                <a:ea typeface="+mj-ea"/>
                <a:cs typeface="+mj-cs"/>
              </a:rPr>
            </a:br>
            <a:endParaRPr lang="en-US" sz="2400" b="1" kern="1200">
              <a:solidFill>
                <a:schemeClr val="tx1"/>
              </a:solidFill>
              <a:latin typeface="+mj-lt"/>
              <a:ea typeface="+mj-ea"/>
              <a:cs typeface="+mj-cs"/>
            </a:endParaRPr>
          </a:p>
        </p:txBody>
      </p:sp>
      <p:pic>
        <p:nvPicPr>
          <p:cNvPr id="8" name="Picture 7">
            <a:extLst>
              <a:ext uri="{FF2B5EF4-FFF2-40B4-BE49-F238E27FC236}">
                <a16:creationId xmlns:a16="http://schemas.microsoft.com/office/drawing/2014/main" id="{54EE4067-7DDD-9CF9-8CB3-E3845A1B91B4}"/>
              </a:ext>
            </a:extLst>
          </p:cNvPr>
          <p:cNvPicPr>
            <a:picLocks noChangeAspect="1"/>
          </p:cNvPicPr>
          <p:nvPr/>
        </p:nvPicPr>
        <p:blipFill>
          <a:blip r:embed="rId2">
            <a:extLst>
              <a:ext uri="{28A0092B-C50C-407E-A947-70E740481C1C}">
                <a14:useLocalDpi xmlns:a14="http://schemas.microsoft.com/office/drawing/2010/main" val="0"/>
              </a:ext>
            </a:extLst>
          </a:blip>
          <a:srcRect t="1252" b="677"/>
          <a:stretch/>
        </p:blipFill>
        <p:spPr bwMode="auto">
          <a:xfrm>
            <a:off x="10703812" y="-115"/>
            <a:ext cx="687860" cy="644478"/>
          </a:xfrm>
          <a:prstGeom prst="rect">
            <a:avLst/>
          </a:prstGeom>
          <a:noFill/>
        </p:spPr>
      </p:pic>
      <p:graphicFrame>
        <p:nvGraphicFramePr>
          <p:cNvPr id="32" name="TextBox 5">
            <a:extLst>
              <a:ext uri="{FF2B5EF4-FFF2-40B4-BE49-F238E27FC236}">
                <a16:creationId xmlns:a16="http://schemas.microsoft.com/office/drawing/2014/main" id="{2E6C082B-EACA-2866-A0AE-31AD4F009346}"/>
              </a:ext>
            </a:extLst>
          </p:cNvPr>
          <p:cNvGraphicFramePr/>
          <p:nvPr>
            <p:extLst>
              <p:ext uri="{D42A27DB-BD31-4B8C-83A1-F6EECF244321}">
                <p14:modId xmlns:p14="http://schemas.microsoft.com/office/powerpoint/2010/main" val="1667943639"/>
              </p:ext>
            </p:extLst>
          </p:nvPr>
        </p:nvGraphicFramePr>
        <p:xfrm>
          <a:off x="982666" y="1382955"/>
          <a:ext cx="10065076" cy="42078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03585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0057A51B-D758-43C1-965D-87BC59C65B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38B14D17-F39E-46D8-B836-C272986081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28901" y="-2628900"/>
            <a:ext cx="6134100" cy="113919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A4F19D-E8D9-846E-45F1-2FB8D134BD54}"/>
              </a:ext>
            </a:extLst>
          </p:cNvPr>
          <p:cNvSpPr>
            <a:spLocks noGrp="1"/>
          </p:cNvSpPr>
          <p:nvPr>
            <p:ph type="ctrTitle"/>
          </p:nvPr>
        </p:nvSpPr>
        <p:spPr>
          <a:xfrm>
            <a:off x="800099" y="685800"/>
            <a:ext cx="4015409" cy="2062606"/>
          </a:xfrm>
        </p:spPr>
        <p:txBody>
          <a:bodyPr vert="horz" lIns="91440" tIns="45720" rIns="91440" bIns="45720" rtlCol="0" anchor="t">
            <a:normAutofit/>
          </a:bodyPr>
          <a:lstStyle/>
          <a:p>
            <a:pPr>
              <a:lnSpc>
                <a:spcPct val="90000"/>
              </a:lnSpc>
            </a:pPr>
            <a:r>
              <a:rPr lang="en-US" sz="2200" kern="1200" dirty="0"/>
              <a:t>Progress: Year 1 [2022-23]</a:t>
            </a:r>
            <a:br>
              <a:rPr lang="en-US" sz="2200" kern="1200" dirty="0"/>
            </a:br>
            <a:br>
              <a:rPr lang="en-US" sz="2200" kern="1200" dirty="0"/>
            </a:br>
            <a:endParaRPr lang="en-US" sz="2200" kern="1200" dirty="0">
              <a:solidFill>
                <a:schemeClr val="tx1"/>
              </a:solidFill>
            </a:endParaRPr>
          </a:p>
        </p:txBody>
      </p:sp>
      <p:graphicFrame>
        <p:nvGraphicFramePr>
          <p:cNvPr id="32" name="TextBox 5">
            <a:extLst>
              <a:ext uri="{FF2B5EF4-FFF2-40B4-BE49-F238E27FC236}">
                <a16:creationId xmlns:a16="http://schemas.microsoft.com/office/drawing/2014/main" id="{2E6C082B-EACA-2866-A0AE-31AD4F009346}"/>
              </a:ext>
            </a:extLst>
          </p:cNvPr>
          <p:cNvGraphicFramePr/>
          <p:nvPr>
            <p:extLst>
              <p:ext uri="{D42A27DB-BD31-4B8C-83A1-F6EECF244321}">
                <p14:modId xmlns:p14="http://schemas.microsoft.com/office/powerpoint/2010/main" val="1448192595"/>
              </p:ext>
            </p:extLst>
          </p:nvPr>
        </p:nvGraphicFramePr>
        <p:xfrm>
          <a:off x="5417805" y="1108213"/>
          <a:ext cx="5232482" cy="48006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92" name="Picture 191" descr="A screenshot of a video game&#10;&#10;Description automatically generated">
            <a:extLst>
              <a:ext uri="{FF2B5EF4-FFF2-40B4-BE49-F238E27FC236}">
                <a16:creationId xmlns:a16="http://schemas.microsoft.com/office/drawing/2014/main" id="{6F7F5BBB-D063-A541-3FB4-038DD9A3B572}"/>
              </a:ext>
            </a:extLst>
          </p:cNvPr>
          <p:cNvPicPr>
            <a:picLocks noChangeAspect="1"/>
          </p:cNvPicPr>
          <p:nvPr/>
        </p:nvPicPr>
        <p:blipFill>
          <a:blip r:embed="rId7"/>
          <a:stretch>
            <a:fillRect/>
          </a:stretch>
        </p:blipFill>
        <p:spPr>
          <a:xfrm>
            <a:off x="998198" y="3034880"/>
            <a:ext cx="3250516" cy="2450159"/>
          </a:xfrm>
          <a:prstGeom prst="rect">
            <a:avLst/>
          </a:prstGeom>
        </p:spPr>
      </p:pic>
      <p:pic>
        <p:nvPicPr>
          <p:cNvPr id="208" name="Picture 207">
            <a:extLst>
              <a:ext uri="{FF2B5EF4-FFF2-40B4-BE49-F238E27FC236}">
                <a16:creationId xmlns:a16="http://schemas.microsoft.com/office/drawing/2014/main" id="{3F1DED14-06A8-42D7-269C-5B2B115755C9}"/>
              </a:ext>
            </a:extLst>
          </p:cNvPr>
          <p:cNvPicPr>
            <a:picLocks noChangeAspect="1"/>
          </p:cNvPicPr>
          <p:nvPr/>
        </p:nvPicPr>
        <p:blipFill>
          <a:blip r:embed="rId8">
            <a:extLst>
              <a:ext uri="{28A0092B-C50C-407E-A947-70E740481C1C}">
                <a14:useLocalDpi xmlns:a14="http://schemas.microsoft.com/office/drawing/2010/main" val="0"/>
              </a:ext>
            </a:extLst>
          </a:blip>
          <a:srcRect t="1252" b="677"/>
          <a:stretch/>
        </p:blipFill>
        <p:spPr bwMode="auto">
          <a:xfrm>
            <a:off x="10703812" y="-115"/>
            <a:ext cx="687860" cy="644478"/>
          </a:xfrm>
          <a:prstGeom prst="rect">
            <a:avLst/>
          </a:prstGeom>
          <a:noFill/>
        </p:spPr>
      </p:pic>
      <p:pic>
        <p:nvPicPr>
          <p:cNvPr id="18" name="Picture 17" descr="The Shopping Mall (Ⓢⓗⓞⓟ Ⓓⓘⓡⓔⓒⓣⓞⓡⓨ 12.0!!!) [LOOKING FOR WILLING USERS TO OPEN 13.0] - Discuss ...">
            <a:extLst>
              <a:ext uri="{FF2B5EF4-FFF2-40B4-BE49-F238E27FC236}">
                <a16:creationId xmlns:a16="http://schemas.microsoft.com/office/drawing/2014/main" id="{C16EB881-6950-455A-0908-262B949B80E8}"/>
              </a:ext>
            </a:extLst>
          </p:cNvPr>
          <p:cNvPicPr>
            <a:picLocks noChangeAspect="1"/>
          </p:cNvPicPr>
          <p:nvPr/>
        </p:nvPicPr>
        <p:blipFill>
          <a:blip r:embed="rId9"/>
          <a:stretch>
            <a:fillRect/>
          </a:stretch>
        </p:blipFill>
        <p:spPr>
          <a:xfrm>
            <a:off x="797829" y="1372241"/>
            <a:ext cx="3948020" cy="1263964"/>
          </a:xfrm>
          <a:prstGeom prst="rect">
            <a:avLst/>
          </a:prstGeom>
        </p:spPr>
      </p:pic>
    </p:spTree>
    <p:extLst>
      <p:ext uri="{BB962C8B-B14F-4D97-AF65-F5344CB8AC3E}">
        <p14:creationId xmlns:p14="http://schemas.microsoft.com/office/powerpoint/2010/main" val="1565262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0057A51B-D758-43C1-965D-87BC59C65B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8B14D17-F39E-46D8-B836-C272986081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28901" y="-2628900"/>
            <a:ext cx="6134100" cy="113919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A4F19D-E8D9-846E-45F1-2FB8D134BD54}"/>
              </a:ext>
            </a:extLst>
          </p:cNvPr>
          <p:cNvSpPr>
            <a:spLocks noGrp="1"/>
          </p:cNvSpPr>
          <p:nvPr>
            <p:ph type="ctrTitle"/>
          </p:nvPr>
        </p:nvSpPr>
        <p:spPr>
          <a:xfrm>
            <a:off x="800100" y="685800"/>
            <a:ext cx="3948020" cy="2062606"/>
          </a:xfrm>
        </p:spPr>
        <p:txBody>
          <a:bodyPr vert="horz" lIns="91440" tIns="45720" rIns="91440" bIns="45720" rtlCol="0" anchor="t">
            <a:normAutofit/>
          </a:bodyPr>
          <a:lstStyle/>
          <a:p>
            <a:pPr>
              <a:lnSpc>
                <a:spcPct val="90000"/>
              </a:lnSpc>
            </a:pPr>
            <a:r>
              <a:rPr lang="en-US" sz="2200" kern="1200" dirty="0"/>
              <a:t>Progress: Year 2 [2023-24]</a:t>
            </a:r>
            <a:br>
              <a:rPr lang="en-US" sz="2200" kern="1200" dirty="0"/>
            </a:br>
            <a:br>
              <a:rPr lang="en-US" sz="2200" b="1" kern="1200" dirty="0">
                <a:solidFill>
                  <a:schemeClr val="tx1"/>
                </a:solidFill>
                <a:latin typeface="+mj-lt"/>
                <a:ea typeface="+mj-ea"/>
                <a:cs typeface="+mj-cs"/>
              </a:rPr>
            </a:br>
            <a:endParaRPr lang="en-US" sz="2200" b="1" kern="1200" dirty="0">
              <a:solidFill>
                <a:schemeClr val="tx1"/>
              </a:solidFill>
              <a:latin typeface="+mj-lt"/>
              <a:ea typeface="+mj-ea"/>
              <a:cs typeface="+mj-cs"/>
            </a:endParaRPr>
          </a:p>
        </p:txBody>
      </p:sp>
      <p:graphicFrame>
        <p:nvGraphicFramePr>
          <p:cNvPr id="10" name="TextBox 4">
            <a:extLst>
              <a:ext uri="{FF2B5EF4-FFF2-40B4-BE49-F238E27FC236}">
                <a16:creationId xmlns:a16="http://schemas.microsoft.com/office/drawing/2014/main" id="{AF296AEF-E967-D97C-0433-311AA47CB7CF}"/>
              </a:ext>
            </a:extLst>
          </p:cNvPr>
          <p:cNvGraphicFramePr/>
          <p:nvPr>
            <p:extLst>
              <p:ext uri="{D42A27DB-BD31-4B8C-83A1-F6EECF244321}">
                <p14:modId xmlns:p14="http://schemas.microsoft.com/office/powerpoint/2010/main" val="3385199253"/>
              </p:ext>
            </p:extLst>
          </p:nvPr>
        </p:nvGraphicFramePr>
        <p:xfrm>
          <a:off x="4937636" y="685800"/>
          <a:ext cx="5616064" cy="47906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771" name="Picture 1770" descr="A screenshot of a video game&#10;&#10;Description automatically generated">
            <a:extLst>
              <a:ext uri="{FF2B5EF4-FFF2-40B4-BE49-F238E27FC236}">
                <a16:creationId xmlns:a16="http://schemas.microsoft.com/office/drawing/2014/main" id="{7A9B2E10-8095-DAF4-2FE9-4F5F08F94F21}"/>
              </a:ext>
            </a:extLst>
          </p:cNvPr>
          <p:cNvPicPr>
            <a:picLocks noChangeAspect="1"/>
          </p:cNvPicPr>
          <p:nvPr/>
        </p:nvPicPr>
        <p:blipFill>
          <a:blip r:embed="rId7"/>
          <a:stretch>
            <a:fillRect/>
          </a:stretch>
        </p:blipFill>
        <p:spPr>
          <a:xfrm>
            <a:off x="983971" y="3576985"/>
            <a:ext cx="2847995" cy="2174501"/>
          </a:xfrm>
          <a:prstGeom prst="rect">
            <a:avLst/>
          </a:prstGeom>
        </p:spPr>
      </p:pic>
      <p:pic>
        <p:nvPicPr>
          <p:cNvPr id="1800" name="Picture 1799">
            <a:extLst>
              <a:ext uri="{FF2B5EF4-FFF2-40B4-BE49-F238E27FC236}">
                <a16:creationId xmlns:a16="http://schemas.microsoft.com/office/drawing/2014/main" id="{0DA60666-A61E-B81B-2B69-06F785C9FEC9}"/>
              </a:ext>
            </a:extLst>
          </p:cNvPr>
          <p:cNvPicPr>
            <a:picLocks noChangeAspect="1"/>
          </p:cNvPicPr>
          <p:nvPr/>
        </p:nvPicPr>
        <p:blipFill>
          <a:blip r:embed="rId8">
            <a:extLst>
              <a:ext uri="{28A0092B-C50C-407E-A947-70E740481C1C}">
                <a14:useLocalDpi xmlns:a14="http://schemas.microsoft.com/office/drawing/2010/main" val="0"/>
              </a:ext>
            </a:extLst>
          </a:blip>
          <a:srcRect t="1252" b="677"/>
          <a:stretch/>
        </p:blipFill>
        <p:spPr bwMode="auto">
          <a:xfrm>
            <a:off x="10703812" y="-115"/>
            <a:ext cx="687860" cy="644478"/>
          </a:xfrm>
          <a:prstGeom prst="rect">
            <a:avLst/>
          </a:prstGeom>
          <a:noFill/>
        </p:spPr>
      </p:pic>
      <p:pic>
        <p:nvPicPr>
          <p:cNvPr id="3" name="Picture 2" descr="The Shopping Mall (Ⓢⓗⓞⓟ Ⓓⓘⓡⓔⓒⓣⓞⓡⓨ 12.0!!!) [LOOKING FOR WILLING USERS TO OPEN 13.0] - Discuss ...">
            <a:extLst>
              <a:ext uri="{FF2B5EF4-FFF2-40B4-BE49-F238E27FC236}">
                <a16:creationId xmlns:a16="http://schemas.microsoft.com/office/drawing/2014/main" id="{DCB1C03A-0453-1024-7436-F1E1D202C475}"/>
              </a:ext>
            </a:extLst>
          </p:cNvPr>
          <p:cNvPicPr>
            <a:picLocks noChangeAspect="1"/>
          </p:cNvPicPr>
          <p:nvPr/>
        </p:nvPicPr>
        <p:blipFill>
          <a:blip r:embed="rId9"/>
          <a:stretch>
            <a:fillRect/>
          </a:stretch>
        </p:blipFill>
        <p:spPr>
          <a:xfrm>
            <a:off x="1395775" y="2539448"/>
            <a:ext cx="2847996" cy="911790"/>
          </a:xfrm>
          <a:prstGeom prst="rect">
            <a:avLst/>
          </a:prstGeom>
        </p:spPr>
      </p:pic>
      <p:pic>
        <p:nvPicPr>
          <p:cNvPr id="5" name="Picture 4" descr="A blue and orange logo&#10;&#10;Description automatically generated">
            <a:extLst>
              <a:ext uri="{FF2B5EF4-FFF2-40B4-BE49-F238E27FC236}">
                <a16:creationId xmlns:a16="http://schemas.microsoft.com/office/drawing/2014/main" id="{36CE9214-F6A7-D931-1E6A-3E680741476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50614" y="1234377"/>
            <a:ext cx="3088445" cy="847763"/>
          </a:xfrm>
          <a:prstGeom prst="rect">
            <a:avLst/>
          </a:prstGeom>
        </p:spPr>
      </p:pic>
      <p:sp>
        <p:nvSpPr>
          <p:cNvPr id="6" name="Plus Sign 5">
            <a:extLst>
              <a:ext uri="{FF2B5EF4-FFF2-40B4-BE49-F238E27FC236}">
                <a16:creationId xmlns:a16="http://schemas.microsoft.com/office/drawing/2014/main" id="{A2451231-8E6A-B1B0-8DCC-08D12BE86858}"/>
              </a:ext>
            </a:extLst>
          </p:cNvPr>
          <p:cNvSpPr/>
          <p:nvPr/>
        </p:nvSpPr>
        <p:spPr>
          <a:xfrm>
            <a:off x="2206805" y="2019224"/>
            <a:ext cx="665922" cy="611493"/>
          </a:xfrm>
          <a:prstGeom prst="mathPlus">
            <a:avLst/>
          </a:prstGeom>
          <a:gradFill flip="none" rotWithShape="1">
            <a:gsLst>
              <a:gs pos="0">
                <a:srgbClr val="FF9900">
                  <a:shade val="30000"/>
                  <a:satMod val="115000"/>
                </a:srgbClr>
              </a:gs>
              <a:gs pos="50000">
                <a:srgbClr val="FF9900">
                  <a:shade val="67500"/>
                  <a:satMod val="115000"/>
                </a:srgbClr>
              </a:gs>
              <a:gs pos="100000">
                <a:srgbClr val="FF9900">
                  <a:shade val="100000"/>
                  <a:satMod val="115000"/>
                </a:srgbClr>
              </a:gs>
            </a:gsLst>
            <a:path path="circle">
              <a:fillToRect l="50000" t="50000" r="50000" b="50000"/>
            </a:path>
            <a:tileRect/>
          </a:gra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6154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057A51B-D758-43C1-965D-87BC59C65B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8B14D17-F39E-46D8-B836-C272986081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28901" y="-2628900"/>
            <a:ext cx="6134100" cy="113919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A4F19D-E8D9-846E-45F1-2FB8D134BD54}"/>
              </a:ext>
            </a:extLst>
          </p:cNvPr>
          <p:cNvSpPr>
            <a:spLocks noGrp="1"/>
          </p:cNvSpPr>
          <p:nvPr>
            <p:ph type="ctrTitle"/>
          </p:nvPr>
        </p:nvSpPr>
        <p:spPr>
          <a:xfrm>
            <a:off x="800099" y="685800"/>
            <a:ext cx="4080013" cy="2062606"/>
          </a:xfrm>
        </p:spPr>
        <p:txBody>
          <a:bodyPr vert="horz" lIns="91440" tIns="45720" rIns="91440" bIns="45720" rtlCol="0" anchor="t">
            <a:normAutofit/>
          </a:bodyPr>
          <a:lstStyle/>
          <a:p>
            <a:r>
              <a:rPr lang="en-US" sz="2400" b="1" kern="1200" dirty="0">
                <a:solidFill>
                  <a:schemeClr val="tx1"/>
                </a:solidFill>
                <a:latin typeface="+mj-lt"/>
                <a:ea typeface="+mj-ea"/>
                <a:cs typeface="+mj-cs"/>
              </a:rPr>
              <a:t>Plans for </a:t>
            </a:r>
            <a:r>
              <a:rPr lang="en-US" sz="2400" dirty="0"/>
              <a:t>Y</a:t>
            </a:r>
            <a:r>
              <a:rPr lang="en-US" sz="2400" b="1" kern="1200" dirty="0">
                <a:solidFill>
                  <a:schemeClr val="tx1"/>
                </a:solidFill>
                <a:latin typeface="+mj-lt"/>
                <a:ea typeface="+mj-ea"/>
                <a:cs typeface="+mj-cs"/>
              </a:rPr>
              <a:t>ear 3 (2024-25)</a:t>
            </a:r>
            <a:br>
              <a:rPr lang="en-US" sz="2400" b="1" kern="1200" dirty="0">
                <a:solidFill>
                  <a:schemeClr val="tx1"/>
                </a:solidFill>
                <a:latin typeface="+mj-lt"/>
                <a:ea typeface="+mj-ea"/>
                <a:cs typeface="+mj-cs"/>
              </a:rPr>
            </a:br>
            <a:br>
              <a:rPr lang="en-US" sz="2400" b="1" kern="1200" dirty="0">
                <a:solidFill>
                  <a:schemeClr val="tx1"/>
                </a:solidFill>
                <a:latin typeface="+mj-lt"/>
                <a:ea typeface="+mj-ea"/>
                <a:cs typeface="+mj-cs"/>
              </a:rPr>
            </a:br>
            <a:endParaRPr lang="en-US" sz="2400" b="1" kern="1200" dirty="0">
              <a:solidFill>
                <a:schemeClr val="tx1"/>
              </a:solidFill>
              <a:latin typeface="+mj-lt"/>
              <a:ea typeface="+mj-ea"/>
              <a:cs typeface="+mj-cs"/>
            </a:endParaRPr>
          </a:p>
        </p:txBody>
      </p:sp>
      <p:graphicFrame>
        <p:nvGraphicFramePr>
          <p:cNvPr id="10" name="TextBox 4">
            <a:extLst>
              <a:ext uri="{FF2B5EF4-FFF2-40B4-BE49-F238E27FC236}">
                <a16:creationId xmlns:a16="http://schemas.microsoft.com/office/drawing/2014/main" id="{AF296AEF-E967-D97C-0433-311AA47CB7CF}"/>
              </a:ext>
            </a:extLst>
          </p:cNvPr>
          <p:cNvGraphicFramePr/>
          <p:nvPr>
            <p:extLst>
              <p:ext uri="{D42A27DB-BD31-4B8C-83A1-F6EECF244321}">
                <p14:modId xmlns:p14="http://schemas.microsoft.com/office/powerpoint/2010/main" val="895583815"/>
              </p:ext>
            </p:extLst>
          </p:nvPr>
        </p:nvGraphicFramePr>
        <p:xfrm>
          <a:off x="5321218" y="685800"/>
          <a:ext cx="5232482" cy="52031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429" name="Picture 1428" descr="pythonlogo | carsten knoch: essays + ideas">
            <a:extLst>
              <a:ext uri="{FF2B5EF4-FFF2-40B4-BE49-F238E27FC236}">
                <a16:creationId xmlns:a16="http://schemas.microsoft.com/office/drawing/2014/main" id="{B7A47185-DDE8-3BCE-F013-4396CBDDF312}"/>
              </a:ext>
            </a:extLst>
          </p:cNvPr>
          <p:cNvPicPr>
            <a:picLocks noChangeAspect="1"/>
          </p:cNvPicPr>
          <p:nvPr/>
        </p:nvPicPr>
        <p:blipFill>
          <a:blip r:embed="rId7"/>
          <a:stretch>
            <a:fillRect/>
          </a:stretch>
        </p:blipFill>
        <p:spPr>
          <a:xfrm>
            <a:off x="1246414" y="2057400"/>
            <a:ext cx="2743200" cy="2743200"/>
          </a:xfrm>
          <a:prstGeom prst="rect">
            <a:avLst/>
          </a:prstGeom>
        </p:spPr>
      </p:pic>
      <p:pic>
        <p:nvPicPr>
          <p:cNvPr id="1440" name="Picture 1439">
            <a:extLst>
              <a:ext uri="{FF2B5EF4-FFF2-40B4-BE49-F238E27FC236}">
                <a16:creationId xmlns:a16="http://schemas.microsoft.com/office/drawing/2014/main" id="{8897276B-CB23-355B-59BD-C41A498BF83F}"/>
              </a:ext>
            </a:extLst>
          </p:cNvPr>
          <p:cNvPicPr>
            <a:picLocks noChangeAspect="1"/>
          </p:cNvPicPr>
          <p:nvPr/>
        </p:nvPicPr>
        <p:blipFill>
          <a:blip r:embed="rId8">
            <a:extLst>
              <a:ext uri="{28A0092B-C50C-407E-A947-70E740481C1C}">
                <a14:useLocalDpi xmlns:a14="http://schemas.microsoft.com/office/drawing/2010/main" val="0"/>
              </a:ext>
            </a:extLst>
          </a:blip>
          <a:srcRect t="1252" b="677"/>
          <a:stretch/>
        </p:blipFill>
        <p:spPr bwMode="auto">
          <a:xfrm>
            <a:off x="10703812" y="-115"/>
            <a:ext cx="687860" cy="644478"/>
          </a:xfrm>
          <a:prstGeom prst="rect">
            <a:avLst/>
          </a:prstGeom>
          <a:noFill/>
        </p:spPr>
      </p:pic>
    </p:spTree>
    <p:extLst>
      <p:ext uri="{BB962C8B-B14F-4D97-AF65-F5344CB8AC3E}">
        <p14:creationId xmlns:p14="http://schemas.microsoft.com/office/powerpoint/2010/main" val="3523129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7B5E9-55ED-F5DE-1596-0AAA4BE8AA36}"/>
              </a:ext>
            </a:extLst>
          </p:cNvPr>
          <p:cNvSpPr>
            <a:spLocks noGrp="1"/>
          </p:cNvSpPr>
          <p:nvPr>
            <p:ph type="title"/>
          </p:nvPr>
        </p:nvSpPr>
        <p:spPr/>
        <p:txBody>
          <a:bodyPr>
            <a:normAutofit/>
          </a:bodyPr>
          <a:lstStyle/>
          <a:p>
            <a:r>
              <a:rPr lang="en-US" sz="2400" dirty="0"/>
              <a:t>Beginner Scratch Program</a:t>
            </a:r>
            <a:br>
              <a:rPr lang="en-US" sz="2400" dirty="0"/>
            </a:br>
            <a:endParaRPr lang="en-US" sz="2400"/>
          </a:p>
        </p:txBody>
      </p:sp>
      <p:sp>
        <p:nvSpPr>
          <p:cNvPr id="3" name="Content Placeholder 2">
            <a:extLst>
              <a:ext uri="{FF2B5EF4-FFF2-40B4-BE49-F238E27FC236}">
                <a16:creationId xmlns:a16="http://schemas.microsoft.com/office/drawing/2014/main" id="{EBA9560B-CEA2-5A0B-B532-F2A93506E882}"/>
              </a:ext>
            </a:extLst>
          </p:cNvPr>
          <p:cNvSpPr>
            <a:spLocks noGrp="1"/>
          </p:cNvSpPr>
          <p:nvPr>
            <p:ph idx="1"/>
          </p:nvPr>
        </p:nvSpPr>
        <p:spPr/>
        <p:txBody>
          <a:bodyPr vert="horz" lIns="91440" tIns="45720" rIns="91440" bIns="45720" rtlCol="0" anchor="t">
            <a:normAutofit fontScale="92500" lnSpcReduction="20000"/>
          </a:bodyPr>
          <a:lstStyle/>
          <a:p>
            <a:r>
              <a:rPr lang="en-US" sz="2000" b="1" dirty="0">
                <a:latin typeface="Segoe UI"/>
                <a:cs typeface="Segoe UI"/>
              </a:rPr>
              <a:t>Overview Designed for 2nd and 3rd graders</a:t>
            </a:r>
            <a:r>
              <a:rPr lang="en-US" sz="2000" dirty="0">
                <a:latin typeface="Segoe UI"/>
                <a:cs typeface="Segoe UI"/>
              </a:rPr>
              <a:t>, this course introduces students to the Scratch programming environment. They will explore the Scratch interface, learn to create animations, and design simple games using foundational concepts such as loops, conditions, and events</a:t>
            </a:r>
            <a:r>
              <a:rPr lang="en-US" sz="2000" dirty="0">
                <a:latin typeface="Segoe UI"/>
                <a:ea typeface="Calibri"/>
                <a:cs typeface="Calibri"/>
              </a:rPr>
              <a:t> through project-based learning.</a:t>
            </a:r>
            <a:endParaRPr lang="en-US" sz="2000" dirty="0">
              <a:latin typeface="Segoe UI"/>
              <a:cs typeface="Segoe UI"/>
            </a:endParaRPr>
          </a:p>
          <a:p>
            <a:r>
              <a:rPr lang="en-US" sz="2000" b="1" dirty="0">
                <a:solidFill>
                  <a:srgbClr val="000000"/>
                </a:solidFill>
                <a:latin typeface="Segoe UI"/>
                <a:ea typeface="Calibri"/>
                <a:cs typeface="Calibri"/>
              </a:rPr>
              <a:t>Coding Type: Block-based coding</a:t>
            </a:r>
            <a:r>
              <a:rPr lang="en-US" sz="2000" dirty="0">
                <a:solidFill>
                  <a:srgbClr val="000000"/>
                </a:solidFill>
                <a:latin typeface="Segoe UI"/>
                <a:ea typeface="Calibri"/>
                <a:cs typeface="Calibri"/>
              </a:rPr>
              <a:t>, which is visual and simple, suitable for beginners.</a:t>
            </a:r>
            <a:endParaRPr lang="en-US" sz="2000">
              <a:solidFill>
                <a:srgbClr val="000000"/>
              </a:solidFill>
              <a:latin typeface="Segoe UI"/>
              <a:ea typeface="Calibri"/>
              <a:cs typeface="Calibri"/>
            </a:endParaRPr>
          </a:p>
          <a:p>
            <a:r>
              <a:rPr lang="en-US" sz="2000" b="1" dirty="0">
                <a:latin typeface="Segoe UI"/>
                <a:ea typeface="Calibri"/>
                <a:cs typeface="Calibri"/>
              </a:rPr>
              <a:t>Teacher</a:t>
            </a:r>
            <a:r>
              <a:rPr lang="en-US" sz="2000" dirty="0">
                <a:latin typeface="Segoe UI"/>
                <a:ea typeface="Calibri"/>
                <a:cs typeface="Calibri"/>
              </a:rPr>
              <a:t>: Amrit Singh, a junior at Bothell High School</a:t>
            </a:r>
            <a:endParaRPr lang="en-US" sz="2000">
              <a:latin typeface="Segoe UI"/>
              <a:cs typeface="Segoe UI"/>
            </a:endParaRPr>
          </a:p>
          <a:p>
            <a:r>
              <a:rPr lang="en-US" sz="2000" b="1" dirty="0">
                <a:latin typeface="Segoe UI"/>
                <a:ea typeface="Calibri"/>
                <a:cs typeface="Calibri"/>
              </a:rPr>
              <a:t>Class Time:</a:t>
            </a:r>
            <a:r>
              <a:rPr lang="en-US" sz="2000" dirty="0">
                <a:latin typeface="Segoe UI"/>
                <a:ea typeface="Calibri"/>
                <a:cs typeface="Calibri"/>
              </a:rPr>
              <a:t> </a:t>
            </a:r>
            <a:r>
              <a:rPr lang="en-US" sz="2000" u="sng" dirty="0">
                <a:latin typeface="Segoe UI"/>
                <a:ea typeface="Calibri"/>
                <a:cs typeface="Calibri"/>
              </a:rPr>
              <a:t>9:30 AM - 10:15 AM every Sunday</a:t>
            </a:r>
            <a:endParaRPr lang="en-US" sz="2000" dirty="0">
              <a:latin typeface="Segoe UI"/>
              <a:cs typeface="Segoe UI"/>
            </a:endParaRPr>
          </a:p>
          <a:p>
            <a:r>
              <a:rPr lang="en-US" sz="2000" b="1" dirty="0">
                <a:latin typeface="Segoe UI"/>
                <a:ea typeface="Calibri"/>
                <a:cs typeface="Calibri"/>
              </a:rPr>
              <a:t>Classroom</a:t>
            </a:r>
            <a:r>
              <a:rPr lang="en-US" sz="2000" dirty="0">
                <a:latin typeface="Segoe UI"/>
                <a:ea typeface="Calibri"/>
                <a:cs typeface="Calibri"/>
              </a:rPr>
              <a:t>: Portable in front of Gurudwara sahib</a:t>
            </a:r>
            <a:endParaRPr lang="en-US" sz="2000" dirty="0">
              <a:latin typeface="Segoe UI"/>
              <a:cs typeface="Segoe UI"/>
            </a:endParaRPr>
          </a:p>
          <a:p>
            <a:r>
              <a:rPr lang="en-US" sz="2000" b="1" dirty="0">
                <a:latin typeface="Segoe UI"/>
                <a:ea typeface="Calibri"/>
                <a:cs typeface="Calibri"/>
              </a:rPr>
              <a:t>What to Bring</a:t>
            </a:r>
            <a:r>
              <a:rPr lang="en-US" sz="2000" dirty="0">
                <a:latin typeface="Segoe UI"/>
                <a:ea typeface="Calibri"/>
                <a:cs typeface="Calibri"/>
              </a:rPr>
              <a:t>: A fully charged laptop and a charger.</a:t>
            </a:r>
            <a:endParaRPr lang="en-US" sz="2000" dirty="0">
              <a:latin typeface="Segoe UI"/>
            </a:endParaRPr>
          </a:p>
        </p:txBody>
      </p:sp>
      <p:pic>
        <p:nvPicPr>
          <p:cNvPr id="5" name="Picture 4" descr="The Shopping Mall (Ⓢⓗⓞⓟ Ⓓⓘⓡⓔⓒⓣⓞⓡⓨ 12.0!!!) [LOOKING FOR WILLING USERS TO OPEN 13.0] - Discuss ...">
            <a:extLst>
              <a:ext uri="{FF2B5EF4-FFF2-40B4-BE49-F238E27FC236}">
                <a16:creationId xmlns:a16="http://schemas.microsoft.com/office/drawing/2014/main" id="{F414857F-8542-08B7-4074-112E4807CEF2}"/>
              </a:ext>
            </a:extLst>
          </p:cNvPr>
          <p:cNvPicPr>
            <a:picLocks noChangeAspect="1"/>
          </p:cNvPicPr>
          <p:nvPr/>
        </p:nvPicPr>
        <p:blipFill>
          <a:blip r:embed="rId2"/>
          <a:stretch>
            <a:fillRect/>
          </a:stretch>
        </p:blipFill>
        <p:spPr>
          <a:xfrm>
            <a:off x="8762885" y="207675"/>
            <a:ext cx="3128511" cy="962040"/>
          </a:xfrm>
          <a:prstGeom prst="rect">
            <a:avLst/>
          </a:prstGeom>
        </p:spPr>
      </p:pic>
    </p:spTree>
    <p:extLst>
      <p:ext uri="{BB962C8B-B14F-4D97-AF65-F5344CB8AC3E}">
        <p14:creationId xmlns:p14="http://schemas.microsoft.com/office/powerpoint/2010/main" val="1717694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7B5E9-55ED-F5DE-1596-0AAA4BE8AA36}"/>
              </a:ext>
            </a:extLst>
          </p:cNvPr>
          <p:cNvSpPr>
            <a:spLocks noGrp="1"/>
          </p:cNvSpPr>
          <p:nvPr>
            <p:ph type="title"/>
          </p:nvPr>
        </p:nvSpPr>
        <p:spPr/>
        <p:txBody>
          <a:bodyPr>
            <a:normAutofit/>
          </a:bodyPr>
          <a:lstStyle/>
          <a:p>
            <a:r>
              <a:rPr lang="en-US" sz="2400" dirty="0"/>
              <a:t>Advanced Scratch Program</a:t>
            </a:r>
            <a:br>
              <a:rPr lang="en-US" sz="2400" dirty="0"/>
            </a:br>
            <a:endParaRPr lang="en-US" sz="2400"/>
          </a:p>
        </p:txBody>
      </p:sp>
      <p:sp>
        <p:nvSpPr>
          <p:cNvPr id="3" name="Content Placeholder 2">
            <a:extLst>
              <a:ext uri="{FF2B5EF4-FFF2-40B4-BE49-F238E27FC236}">
                <a16:creationId xmlns:a16="http://schemas.microsoft.com/office/drawing/2014/main" id="{EBA9560B-CEA2-5A0B-B532-F2A93506E882}"/>
              </a:ext>
            </a:extLst>
          </p:cNvPr>
          <p:cNvSpPr>
            <a:spLocks noGrp="1"/>
          </p:cNvSpPr>
          <p:nvPr>
            <p:ph idx="1"/>
          </p:nvPr>
        </p:nvSpPr>
        <p:spPr/>
        <p:txBody>
          <a:bodyPr vert="horz" lIns="91440" tIns="45720" rIns="91440" bIns="45720" rtlCol="0" anchor="t">
            <a:noAutofit/>
          </a:bodyPr>
          <a:lstStyle/>
          <a:p>
            <a:r>
              <a:rPr lang="en-US" sz="2000" b="1" dirty="0">
                <a:latin typeface="Calibri"/>
                <a:ea typeface="Calibri"/>
                <a:cs typeface="Segoe UI"/>
              </a:rPr>
              <a:t>Overview: </a:t>
            </a:r>
            <a:r>
              <a:rPr lang="en-US" sz="2000" b="1" dirty="0">
                <a:latin typeface="Calibri"/>
                <a:ea typeface="Calibri"/>
                <a:cs typeface="Calibri"/>
              </a:rPr>
              <a:t>Geared toward 4th and 5th graders</a:t>
            </a:r>
            <a:r>
              <a:rPr lang="en-US" sz="2000" dirty="0">
                <a:latin typeface="Calibri"/>
                <a:ea typeface="Calibri"/>
                <a:cs typeface="Calibri"/>
              </a:rPr>
              <a:t>, this advanced course delves deeper into programming concepts. Students will work with nested loops, custom blocks, variables, and advanced user inputs, empowering them to create more complex projects and games through project-based learning.</a:t>
            </a:r>
          </a:p>
          <a:p>
            <a:r>
              <a:rPr lang="en-US" sz="1900" b="1" dirty="0">
                <a:latin typeface="Segoe UI"/>
                <a:ea typeface="Calibri"/>
                <a:cs typeface="Segoe UI"/>
              </a:rPr>
              <a:t>Coding Type: Block-based coding</a:t>
            </a:r>
            <a:r>
              <a:rPr lang="en-US" sz="1900" dirty="0">
                <a:latin typeface="Segoe UI"/>
                <a:ea typeface="Calibri"/>
                <a:cs typeface="Segoe UI"/>
              </a:rPr>
              <a:t>, which is visual and simple, suitable for young learners.</a:t>
            </a:r>
            <a:endParaRPr lang="en-US" sz="2000" b="1" dirty="0">
              <a:latin typeface="Calibri"/>
              <a:ea typeface="Calibri"/>
              <a:cs typeface="Calibri"/>
            </a:endParaRPr>
          </a:p>
          <a:p>
            <a:r>
              <a:rPr lang="en-US" sz="2000" b="1" dirty="0">
                <a:latin typeface="Calibri"/>
                <a:ea typeface="Calibri"/>
                <a:cs typeface="Calibri"/>
              </a:rPr>
              <a:t>Teacher</a:t>
            </a:r>
            <a:r>
              <a:rPr lang="en-US" sz="2000" dirty="0">
                <a:latin typeface="Calibri"/>
                <a:ea typeface="Calibri"/>
                <a:cs typeface="Calibri"/>
              </a:rPr>
              <a:t>: Ronak Singh, a junior at North Creek High School</a:t>
            </a:r>
          </a:p>
          <a:p>
            <a:r>
              <a:rPr lang="en-US" sz="2000" b="1" dirty="0">
                <a:latin typeface="Calibri"/>
                <a:ea typeface="Calibri"/>
                <a:cs typeface="Calibri"/>
              </a:rPr>
              <a:t>Class Time:</a:t>
            </a:r>
            <a:r>
              <a:rPr lang="en-US" sz="2000" dirty="0">
                <a:latin typeface="Calibri"/>
                <a:ea typeface="Calibri"/>
                <a:cs typeface="Calibri"/>
              </a:rPr>
              <a:t> 9:30 AM - 10:15 AM every Sunday</a:t>
            </a:r>
          </a:p>
          <a:p>
            <a:r>
              <a:rPr lang="en-US" sz="2000" b="1" dirty="0">
                <a:latin typeface="Calibri"/>
                <a:ea typeface="Calibri"/>
                <a:cs typeface="Calibri"/>
              </a:rPr>
              <a:t>Classroom</a:t>
            </a:r>
            <a:r>
              <a:rPr lang="en-US" sz="2000" dirty="0">
                <a:latin typeface="Calibri"/>
                <a:ea typeface="Calibri"/>
                <a:cs typeface="Calibri"/>
              </a:rPr>
              <a:t>: Portable behind Gurudwara sahib</a:t>
            </a:r>
          </a:p>
          <a:p>
            <a:r>
              <a:rPr lang="en-US" sz="2000" b="1" dirty="0">
                <a:latin typeface="Calibri"/>
                <a:ea typeface="Calibri"/>
                <a:cs typeface="Calibri"/>
              </a:rPr>
              <a:t>What to Bring</a:t>
            </a:r>
            <a:r>
              <a:rPr lang="en-US" sz="2000" dirty="0">
                <a:latin typeface="Calibri"/>
                <a:ea typeface="Calibri"/>
                <a:cs typeface="Calibri"/>
              </a:rPr>
              <a:t>: A fully charged laptop and a charger.</a:t>
            </a:r>
            <a:endParaRPr lang="en-US" sz="1900" dirty="0"/>
          </a:p>
          <a:p>
            <a:endParaRPr lang="en-US" sz="3200" dirty="0">
              <a:latin typeface="Avenir Next LT Pro Light"/>
              <a:ea typeface="Calibri"/>
              <a:cs typeface="Segoe UI"/>
            </a:endParaRPr>
          </a:p>
        </p:txBody>
      </p:sp>
      <p:pic>
        <p:nvPicPr>
          <p:cNvPr id="5" name="Picture 4" descr="The Shopping Mall (Ⓢⓗⓞⓟ Ⓓⓘⓡⓔⓒⓣⓞⓡⓨ 12.0!!!) [LOOKING FOR WILLING USERS TO OPEN 13.0] - Discuss ...">
            <a:extLst>
              <a:ext uri="{FF2B5EF4-FFF2-40B4-BE49-F238E27FC236}">
                <a16:creationId xmlns:a16="http://schemas.microsoft.com/office/drawing/2014/main" id="{F414857F-8542-08B7-4074-112E4807CEF2}"/>
              </a:ext>
            </a:extLst>
          </p:cNvPr>
          <p:cNvPicPr>
            <a:picLocks noChangeAspect="1"/>
          </p:cNvPicPr>
          <p:nvPr/>
        </p:nvPicPr>
        <p:blipFill>
          <a:blip r:embed="rId2"/>
          <a:stretch>
            <a:fillRect/>
          </a:stretch>
        </p:blipFill>
        <p:spPr>
          <a:xfrm>
            <a:off x="8762885" y="207675"/>
            <a:ext cx="3128511" cy="962040"/>
          </a:xfrm>
          <a:prstGeom prst="rect">
            <a:avLst/>
          </a:prstGeom>
        </p:spPr>
      </p:pic>
    </p:spTree>
    <p:extLst>
      <p:ext uri="{BB962C8B-B14F-4D97-AF65-F5344CB8AC3E}">
        <p14:creationId xmlns:p14="http://schemas.microsoft.com/office/powerpoint/2010/main" val="3623278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7B5E9-55ED-F5DE-1596-0AAA4BE8AA36}"/>
              </a:ext>
            </a:extLst>
          </p:cNvPr>
          <p:cNvSpPr>
            <a:spLocks noGrp="1"/>
          </p:cNvSpPr>
          <p:nvPr>
            <p:ph type="title"/>
          </p:nvPr>
        </p:nvSpPr>
        <p:spPr/>
        <p:txBody>
          <a:bodyPr>
            <a:normAutofit/>
          </a:bodyPr>
          <a:lstStyle/>
          <a:p>
            <a:r>
              <a:rPr lang="en-US" sz="2400" dirty="0"/>
              <a:t>Python Beginner Program</a:t>
            </a:r>
            <a:br>
              <a:rPr lang="en-US" sz="2400" dirty="0"/>
            </a:br>
            <a:endParaRPr lang="en-US" sz="2400"/>
          </a:p>
        </p:txBody>
      </p:sp>
      <p:sp>
        <p:nvSpPr>
          <p:cNvPr id="3" name="Content Placeholder 2">
            <a:extLst>
              <a:ext uri="{FF2B5EF4-FFF2-40B4-BE49-F238E27FC236}">
                <a16:creationId xmlns:a16="http://schemas.microsoft.com/office/drawing/2014/main" id="{EBA9560B-CEA2-5A0B-B532-F2A93506E882}"/>
              </a:ext>
            </a:extLst>
          </p:cNvPr>
          <p:cNvSpPr>
            <a:spLocks noGrp="1"/>
          </p:cNvSpPr>
          <p:nvPr>
            <p:ph idx="1"/>
          </p:nvPr>
        </p:nvSpPr>
        <p:spPr/>
        <p:txBody>
          <a:bodyPr vert="horz" lIns="91440" tIns="45720" rIns="91440" bIns="45720" rtlCol="0" anchor="t">
            <a:noAutofit/>
          </a:bodyPr>
          <a:lstStyle/>
          <a:p>
            <a:r>
              <a:rPr lang="en-US" sz="2000" b="1" dirty="0">
                <a:latin typeface="Calibri"/>
                <a:ea typeface="Calibri"/>
                <a:cs typeface="Segoe UI"/>
              </a:rPr>
              <a:t>Overview: Intended for 5th graders and above</a:t>
            </a:r>
            <a:r>
              <a:rPr lang="en-US" sz="2000" dirty="0">
                <a:latin typeface="Calibri"/>
                <a:ea typeface="Calibri"/>
                <a:cs typeface="Segoe UI"/>
              </a:rPr>
              <a:t>, this introductory Python course teaches essential programming concepts, including variables, loops, and conditionals. Through engaging, hands-on projects, students will gain a solid foundation in coding. Python is one of the most in-demand programming languages in the world. </a:t>
            </a:r>
            <a:r>
              <a:rPr lang="en-US" sz="1900" b="1" dirty="0">
                <a:latin typeface="Segoe UI"/>
                <a:ea typeface="Calibri"/>
                <a:cs typeface="Segoe UI"/>
              </a:rPr>
              <a:t>Coding Type: </a:t>
            </a:r>
            <a:r>
              <a:rPr lang="en-US" sz="1900" b="1" dirty="0">
                <a:solidFill>
                  <a:srgbClr val="000000"/>
                </a:solidFill>
                <a:latin typeface="Segoe UI"/>
                <a:ea typeface="Calibri"/>
                <a:cs typeface="Segoe UI"/>
              </a:rPr>
              <a:t>Text-based coding</a:t>
            </a:r>
            <a:r>
              <a:rPr lang="en-US" sz="1900" dirty="0">
                <a:solidFill>
                  <a:srgbClr val="000000"/>
                </a:solidFill>
                <a:latin typeface="Segoe UI"/>
                <a:ea typeface="Calibri"/>
                <a:cs typeface="Segoe UI"/>
              </a:rPr>
              <a:t>, which</a:t>
            </a:r>
            <a:r>
              <a:rPr lang="en-US" sz="1900" b="1" dirty="0">
                <a:solidFill>
                  <a:srgbClr val="000000"/>
                </a:solidFill>
                <a:latin typeface="Segoe UI"/>
                <a:ea typeface="Calibri"/>
                <a:cs typeface="Segoe UI"/>
              </a:rPr>
              <a:t> </a:t>
            </a:r>
            <a:r>
              <a:rPr lang="en-US" sz="1900" dirty="0">
                <a:solidFill>
                  <a:srgbClr val="000000"/>
                </a:solidFill>
                <a:latin typeface="Segoe UI"/>
                <a:ea typeface="Calibri"/>
                <a:cs typeface="Segoe UI"/>
              </a:rPr>
              <a:t>is more advanced and requires knowledge of programming concepts.</a:t>
            </a:r>
          </a:p>
          <a:p>
            <a:r>
              <a:rPr lang="en-US" sz="2000" b="1" dirty="0">
                <a:latin typeface="Calibri"/>
                <a:ea typeface="Calibri"/>
                <a:cs typeface="Calibri"/>
              </a:rPr>
              <a:t> Teacher: </a:t>
            </a:r>
            <a:r>
              <a:rPr lang="en-US" sz="2000" dirty="0">
                <a:latin typeface="Calibri"/>
                <a:ea typeface="Calibri"/>
                <a:cs typeface="Calibri"/>
              </a:rPr>
              <a:t>Sanj Kaur Saini, a junior at Redmond High School</a:t>
            </a:r>
            <a:endParaRPr lang="en-US" dirty="0"/>
          </a:p>
          <a:p>
            <a:r>
              <a:rPr lang="en-US" sz="2000" b="1" dirty="0">
                <a:latin typeface="Calibri"/>
                <a:ea typeface="Calibri"/>
                <a:cs typeface="Calibri"/>
              </a:rPr>
              <a:t>Class Time: </a:t>
            </a:r>
            <a:r>
              <a:rPr lang="en-US" sz="2000" dirty="0">
                <a:latin typeface="Calibri"/>
                <a:ea typeface="Calibri"/>
                <a:cs typeface="Calibri"/>
              </a:rPr>
              <a:t>9:30 AM - 10:15 AM every Sunday</a:t>
            </a:r>
            <a:endParaRPr lang="en-US" dirty="0"/>
          </a:p>
          <a:p>
            <a:r>
              <a:rPr lang="en-US" sz="2000" b="1" dirty="0">
                <a:latin typeface="Calibri"/>
                <a:ea typeface="Calibri"/>
                <a:cs typeface="Calibri"/>
              </a:rPr>
              <a:t>Classroom: </a:t>
            </a:r>
            <a:r>
              <a:rPr lang="en-US" sz="2000" dirty="0">
                <a:latin typeface="Calibri"/>
                <a:ea typeface="Calibri"/>
                <a:cs typeface="Calibri"/>
              </a:rPr>
              <a:t>Portable behind Gurudwara sahib</a:t>
            </a:r>
            <a:endParaRPr lang="en-US" dirty="0"/>
          </a:p>
          <a:p>
            <a:r>
              <a:rPr lang="en-US" sz="2000" b="1" dirty="0">
                <a:latin typeface="Calibri"/>
                <a:ea typeface="Calibri"/>
                <a:cs typeface="Calibri"/>
              </a:rPr>
              <a:t>What to Bring: </a:t>
            </a:r>
            <a:r>
              <a:rPr lang="en-US" sz="2000" dirty="0">
                <a:latin typeface="Calibri"/>
                <a:ea typeface="Calibri"/>
                <a:cs typeface="Calibri"/>
              </a:rPr>
              <a:t>A fully charged laptop and a charger.</a:t>
            </a:r>
            <a:endParaRPr lang="en-US" dirty="0"/>
          </a:p>
        </p:txBody>
      </p:sp>
      <p:pic>
        <p:nvPicPr>
          <p:cNvPr id="6" name="Picture 5" descr="pythonlogo | carsten knoch: essays + ideas">
            <a:extLst>
              <a:ext uri="{FF2B5EF4-FFF2-40B4-BE49-F238E27FC236}">
                <a16:creationId xmlns:a16="http://schemas.microsoft.com/office/drawing/2014/main" id="{439FDE09-B8FD-F1F4-59FF-6E7DBB5A28FD}"/>
              </a:ext>
            </a:extLst>
          </p:cNvPr>
          <p:cNvPicPr>
            <a:picLocks noChangeAspect="1"/>
          </p:cNvPicPr>
          <p:nvPr/>
        </p:nvPicPr>
        <p:blipFill>
          <a:blip r:embed="rId2"/>
          <a:stretch>
            <a:fillRect/>
          </a:stretch>
        </p:blipFill>
        <p:spPr>
          <a:xfrm>
            <a:off x="10376037" y="317740"/>
            <a:ext cx="1463616" cy="1391729"/>
          </a:xfrm>
          <a:prstGeom prst="rect">
            <a:avLst/>
          </a:prstGeom>
        </p:spPr>
      </p:pic>
    </p:spTree>
    <p:extLst>
      <p:ext uri="{BB962C8B-B14F-4D97-AF65-F5344CB8AC3E}">
        <p14:creationId xmlns:p14="http://schemas.microsoft.com/office/powerpoint/2010/main" val="4237461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4F19D-E8D9-846E-45F1-2FB8D134BD54}"/>
              </a:ext>
            </a:extLst>
          </p:cNvPr>
          <p:cNvSpPr>
            <a:spLocks noGrp="1"/>
          </p:cNvSpPr>
          <p:nvPr>
            <p:ph type="ctrTitle"/>
          </p:nvPr>
        </p:nvSpPr>
        <p:spPr>
          <a:xfrm>
            <a:off x="800100" y="685800"/>
            <a:ext cx="3642728" cy="2062606"/>
          </a:xfrm>
        </p:spPr>
        <p:txBody>
          <a:bodyPr vert="horz" lIns="91440" tIns="45720" rIns="91440" bIns="45720" rtlCol="0" anchor="t">
            <a:normAutofit/>
          </a:bodyPr>
          <a:lstStyle/>
          <a:p>
            <a:r>
              <a:rPr lang="en-US" sz="2400" b="1" kern="1200" dirty="0">
                <a:solidFill>
                  <a:schemeClr val="tx1"/>
                </a:solidFill>
                <a:latin typeface="+mj-lt"/>
                <a:ea typeface="+mj-ea"/>
                <a:cs typeface="+mj-cs"/>
              </a:rPr>
              <a:t>Thank You</a:t>
            </a:r>
            <a:br>
              <a:rPr lang="en-US" sz="2400" b="1" kern="1200" dirty="0">
                <a:solidFill>
                  <a:schemeClr val="tx1"/>
                </a:solidFill>
                <a:latin typeface="+mj-lt"/>
                <a:ea typeface="+mj-ea"/>
                <a:cs typeface="+mj-cs"/>
              </a:rPr>
            </a:br>
            <a:br>
              <a:rPr lang="en-US" sz="2400" b="1" kern="1200" dirty="0">
                <a:solidFill>
                  <a:schemeClr val="tx1"/>
                </a:solidFill>
                <a:latin typeface="+mj-lt"/>
                <a:ea typeface="+mj-ea"/>
                <a:cs typeface="+mj-cs"/>
              </a:rPr>
            </a:br>
            <a:endParaRPr lang="en-US" sz="2400" b="1" kern="1200" dirty="0">
              <a:solidFill>
                <a:schemeClr val="tx1"/>
              </a:solidFill>
              <a:latin typeface="+mj-lt"/>
              <a:ea typeface="+mj-ea"/>
              <a:cs typeface="+mj-cs"/>
            </a:endParaRPr>
          </a:p>
        </p:txBody>
      </p:sp>
      <p:pic>
        <p:nvPicPr>
          <p:cNvPr id="8" name="Picture 7">
            <a:extLst>
              <a:ext uri="{FF2B5EF4-FFF2-40B4-BE49-F238E27FC236}">
                <a16:creationId xmlns:a16="http://schemas.microsoft.com/office/drawing/2014/main" id="{54EE4067-7DDD-9CF9-8CB3-E3845A1B91B4}"/>
              </a:ext>
            </a:extLst>
          </p:cNvPr>
          <p:cNvPicPr>
            <a:picLocks noChangeAspect="1"/>
          </p:cNvPicPr>
          <p:nvPr/>
        </p:nvPicPr>
        <p:blipFill>
          <a:blip r:embed="rId2">
            <a:extLst>
              <a:ext uri="{28A0092B-C50C-407E-A947-70E740481C1C}">
                <a14:useLocalDpi xmlns:a14="http://schemas.microsoft.com/office/drawing/2010/main" val="0"/>
              </a:ext>
            </a:extLst>
          </a:blip>
          <a:srcRect t="1252" b="677"/>
          <a:stretch/>
        </p:blipFill>
        <p:spPr bwMode="auto">
          <a:xfrm>
            <a:off x="11469125" y="41322"/>
            <a:ext cx="687860" cy="644478"/>
          </a:xfrm>
          <a:prstGeom prst="rect">
            <a:avLst/>
          </a:prstGeom>
          <a:noFill/>
        </p:spPr>
      </p:pic>
      <p:graphicFrame>
        <p:nvGraphicFramePr>
          <p:cNvPr id="32" name="TextBox 5">
            <a:extLst>
              <a:ext uri="{FF2B5EF4-FFF2-40B4-BE49-F238E27FC236}">
                <a16:creationId xmlns:a16="http://schemas.microsoft.com/office/drawing/2014/main" id="{2E6C082B-EACA-2866-A0AE-31AD4F009346}"/>
              </a:ext>
            </a:extLst>
          </p:cNvPr>
          <p:cNvGraphicFramePr/>
          <p:nvPr>
            <p:extLst>
              <p:ext uri="{D42A27DB-BD31-4B8C-83A1-F6EECF244321}">
                <p14:modId xmlns:p14="http://schemas.microsoft.com/office/powerpoint/2010/main" val="1736689365"/>
              </p:ext>
            </p:extLst>
          </p:nvPr>
        </p:nvGraphicFramePr>
        <p:xfrm>
          <a:off x="982666" y="1382954"/>
          <a:ext cx="10065076" cy="36462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Rounded Corners 2">
            <a:extLst>
              <a:ext uri="{FF2B5EF4-FFF2-40B4-BE49-F238E27FC236}">
                <a16:creationId xmlns:a16="http://schemas.microsoft.com/office/drawing/2014/main" id="{C5C005E8-AA4F-7902-F311-845C0361A5F3}"/>
              </a:ext>
            </a:extLst>
          </p:cNvPr>
          <p:cNvSpPr/>
          <p:nvPr/>
        </p:nvSpPr>
        <p:spPr>
          <a:xfrm>
            <a:off x="872359" y="4906032"/>
            <a:ext cx="2569265" cy="1456082"/>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b="1" dirty="0"/>
              <a:t>Sanj Kaur Saini</a:t>
            </a:r>
          </a:p>
          <a:p>
            <a:pPr algn="ctr"/>
            <a:endParaRPr lang="en-US" dirty="0"/>
          </a:p>
          <a:p>
            <a:pPr algn="ctr"/>
            <a:r>
              <a:rPr lang="en-US" sz="1600" dirty="0"/>
              <a:t>Program founder and Teacher</a:t>
            </a:r>
          </a:p>
        </p:txBody>
      </p:sp>
      <p:sp>
        <p:nvSpPr>
          <p:cNvPr id="4" name="Rectangle: Rounded Corners 3">
            <a:extLst>
              <a:ext uri="{FF2B5EF4-FFF2-40B4-BE49-F238E27FC236}">
                <a16:creationId xmlns:a16="http://schemas.microsoft.com/office/drawing/2014/main" id="{F6B4913A-5109-FC48-2E3A-0014387382E8}"/>
              </a:ext>
            </a:extLst>
          </p:cNvPr>
          <p:cNvSpPr/>
          <p:nvPr/>
        </p:nvSpPr>
        <p:spPr>
          <a:xfrm>
            <a:off x="3570071" y="4906032"/>
            <a:ext cx="2569265" cy="1456082"/>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b="1" dirty="0"/>
              <a:t>Ronak Singh</a:t>
            </a:r>
          </a:p>
          <a:p>
            <a:pPr algn="ctr"/>
            <a:endParaRPr lang="en-US" dirty="0"/>
          </a:p>
          <a:p>
            <a:pPr algn="ctr"/>
            <a:r>
              <a:rPr lang="en-US" dirty="0"/>
              <a:t>Teacher</a:t>
            </a:r>
          </a:p>
        </p:txBody>
      </p:sp>
      <p:sp>
        <p:nvSpPr>
          <p:cNvPr id="5" name="Rectangle: Rounded Corners 4">
            <a:extLst>
              <a:ext uri="{FF2B5EF4-FFF2-40B4-BE49-F238E27FC236}">
                <a16:creationId xmlns:a16="http://schemas.microsoft.com/office/drawing/2014/main" id="{095B2E68-982F-EEF0-590C-6C70563367E3}"/>
              </a:ext>
            </a:extLst>
          </p:cNvPr>
          <p:cNvSpPr/>
          <p:nvPr/>
        </p:nvSpPr>
        <p:spPr>
          <a:xfrm>
            <a:off x="6267783" y="4906032"/>
            <a:ext cx="2569265" cy="1456082"/>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b="1" dirty="0"/>
              <a:t>Manish Tandon</a:t>
            </a:r>
          </a:p>
          <a:p>
            <a:pPr algn="ctr"/>
            <a:endParaRPr lang="en-US" dirty="0"/>
          </a:p>
          <a:p>
            <a:pPr algn="ctr"/>
            <a:r>
              <a:rPr lang="en-US" dirty="0"/>
              <a:t>Teacher Assistant</a:t>
            </a:r>
          </a:p>
        </p:txBody>
      </p:sp>
      <p:sp>
        <p:nvSpPr>
          <p:cNvPr id="6" name="Rectangle: Rounded Corners 5">
            <a:extLst>
              <a:ext uri="{FF2B5EF4-FFF2-40B4-BE49-F238E27FC236}">
                <a16:creationId xmlns:a16="http://schemas.microsoft.com/office/drawing/2014/main" id="{F97D3516-A677-7F08-69EA-55C0AA1BB599}"/>
              </a:ext>
            </a:extLst>
          </p:cNvPr>
          <p:cNvSpPr/>
          <p:nvPr/>
        </p:nvSpPr>
        <p:spPr>
          <a:xfrm>
            <a:off x="8965495" y="4906032"/>
            <a:ext cx="2569265" cy="1456082"/>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b="1" dirty="0"/>
              <a:t>Gobinder Singh Saini</a:t>
            </a:r>
            <a:endParaRPr lang="en-US" dirty="0"/>
          </a:p>
          <a:p>
            <a:pPr algn="ctr"/>
            <a:r>
              <a:rPr lang="en-US" sz="1600" dirty="0"/>
              <a:t>Coordinator and Teacher Assistant</a:t>
            </a:r>
          </a:p>
        </p:txBody>
      </p:sp>
    </p:spTree>
    <p:extLst>
      <p:ext uri="{BB962C8B-B14F-4D97-AF65-F5344CB8AC3E}">
        <p14:creationId xmlns:p14="http://schemas.microsoft.com/office/powerpoint/2010/main" val="4125299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4F19D-E8D9-846E-45F1-2FB8D134BD54}"/>
              </a:ext>
            </a:extLst>
          </p:cNvPr>
          <p:cNvSpPr>
            <a:spLocks noGrp="1"/>
          </p:cNvSpPr>
          <p:nvPr>
            <p:ph type="ctrTitle"/>
          </p:nvPr>
        </p:nvSpPr>
        <p:spPr>
          <a:xfrm>
            <a:off x="6417767" y="3425663"/>
            <a:ext cx="5119056" cy="1934654"/>
          </a:xfrm>
        </p:spPr>
        <p:txBody>
          <a:bodyPr vert="horz" lIns="91440" tIns="45720" rIns="91440" bIns="45720" rtlCol="0" anchor="ctr">
            <a:normAutofit/>
          </a:bodyPr>
          <a:lstStyle/>
          <a:p>
            <a:pPr algn="ctr">
              <a:lnSpc>
                <a:spcPct val="90000"/>
              </a:lnSpc>
            </a:pPr>
            <a:r>
              <a:rPr lang="en-US" sz="3600" i="1" dirty="0">
                <a:solidFill>
                  <a:srgbClr val="0070C0"/>
                </a:solidFill>
                <a:latin typeface="Avenir Next LT Pro Light"/>
              </a:rPr>
              <a:t>Waheguru Ji Ka Khalsa</a:t>
            </a:r>
            <a:br>
              <a:rPr lang="en-US" sz="3600" i="1" dirty="0">
                <a:solidFill>
                  <a:srgbClr val="0070C0"/>
                </a:solidFill>
                <a:latin typeface="Avenir Next LT Pro Light"/>
              </a:rPr>
            </a:br>
            <a:r>
              <a:rPr lang="en-US" sz="3600" i="1" dirty="0">
                <a:solidFill>
                  <a:srgbClr val="0070C0"/>
                </a:solidFill>
                <a:latin typeface="Avenir Next LT Pro Light"/>
              </a:rPr>
              <a:t>Waheguru Ji Ki Fateh</a:t>
            </a:r>
          </a:p>
        </p:txBody>
      </p:sp>
      <p:pic>
        <p:nvPicPr>
          <p:cNvPr id="7" name="Picture 6" descr="A blue and yellow logo&#10;&#10;Description automatically generated">
            <a:extLst>
              <a:ext uri="{FF2B5EF4-FFF2-40B4-BE49-F238E27FC236}">
                <a16:creationId xmlns:a16="http://schemas.microsoft.com/office/drawing/2014/main" id="{1D18CAAD-69E7-4442-3833-05ADCF597C8F}"/>
              </a:ext>
            </a:extLst>
          </p:cNvPr>
          <p:cNvPicPr>
            <a:picLocks noChangeAspect="1"/>
          </p:cNvPicPr>
          <p:nvPr/>
        </p:nvPicPr>
        <p:blipFill>
          <a:blip r:embed="rId2"/>
          <a:stretch>
            <a:fillRect/>
          </a:stretch>
        </p:blipFill>
        <p:spPr>
          <a:xfrm>
            <a:off x="2017541" y="1371600"/>
            <a:ext cx="4114800" cy="4114800"/>
          </a:xfrm>
          <a:prstGeom prst="rect">
            <a:avLst/>
          </a:prstGeom>
        </p:spPr>
      </p:pic>
      <p:sp>
        <p:nvSpPr>
          <p:cNvPr id="9" name="TextBox 8">
            <a:extLst>
              <a:ext uri="{FF2B5EF4-FFF2-40B4-BE49-F238E27FC236}">
                <a16:creationId xmlns:a16="http://schemas.microsoft.com/office/drawing/2014/main" id="{6ED35D5E-AAE6-66B1-90F5-9347217A678C}"/>
              </a:ext>
            </a:extLst>
          </p:cNvPr>
          <p:cNvSpPr txBox="1"/>
          <p:nvPr/>
        </p:nvSpPr>
        <p:spPr>
          <a:xfrm>
            <a:off x="6520940" y="1715335"/>
            <a:ext cx="4911452" cy="120032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600" b="1" err="1">
                <a:solidFill>
                  <a:srgbClr val="0070C0"/>
                </a:solidFill>
                <a:ea typeface="+mn-lt"/>
                <a:cs typeface="+mn-lt"/>
              </a:rPr>
              <a:t>ਵਾਹਿਗੁਰੂ</a:t>
            </a:r>
            <a:r>
              <a:rPr lang="en-US" sz="3600" b="1" dirty="0">
                <a:solidFill>
                  <a:srgbClr val="0070C0"/>
                </a:solidFill>
                <a:ea typeface="+mn-lt"/>
                <a:cs typeface="+mn-lt"/>
              </a:rPr>
              <a:t> </a:t>
            </a:r>
            <a:r>
              <a:rPr lang="en-US" sz="3600" b="1" err="1">
                <a:solidFill>
                  <a:srgbClr val="0070C0"/>
                </a:solidFill>
                <a:ea typeface="+mn-lt"/>
                <a:cs typeface="+mn-lt"/>
              </a:rPr>
              <a:t>ਜੀ</a:t>
            </a:r>
            <a:r>
              <a:rPr lang="en-US" sz="3600" b="1" dirty="0">
                <a:solidFill>
                  <a:srgbClr val="0070C0"/>
                </a:solidFill>
                <a:ea typeface="+mn-lt"/>
                <a:cs typeface="+mn-lt"/>
              </a:rPr>
              <a:t> </a:t>
            </a:r>
            <a:r>
              <a:rPr lang="en-US" sz="3600" b="1" err="1">
                <a:solidFill>
                  <a:srgbClr val="0070C0"/>
                </a:solidFill>
                <a:ea typeface="+mn-lt"/>
                <a:cs typeface="+mn-lt"/>
              </a:rPr>
              <a:t>ਕਾ</a:t>
            </a:r>
            <a:r>
              <a:rPr lang="en-US" sz="3600" b="1" dirty="0">
                <a:solidFill>
                  <a:srgbClr val="0070C0"/>
                </a:solidFill>
                <a:ea typeface="+mn-lt"/>
                <a:cs typeface="+mn-lt"/>
              </a:rPr>
              <a:t> </a:t>
            </a:r>
            <a:r>
              <a:rPr lang="en-US" sz="3600" b="1" err="1">
                <a:solidFill>
                  <a:srgbClr val="0070C0"/>
                </a:solidFill>
                <a:ea typeface="+mn-lt"/>
                <a:cs typeface="+mn-lt"/>
              </a:rPr>
              <a:t>ਖਾਲਸਾ</a:t>
            </a:r>
            <a:r>
              <a:rPr lang="en-US" sz="3600" b="1" dirty="0">
                <a:solidFill>
                  <a:srgbClr val="0070C0"/>
                </a:solidFill>
                <a:ea typeface="+mn-lt"/>
                <a:cs typeface="+mn-lt"/>
              </a:rPr>
              <a:t> ॥</a:t>
            </a:r>
            <a:br>
              <a:rPr lang="en-US" sz="3600" b="1" dirty="0">
                <a:solidFill>
                  <a:srgbClr val="0070C0"/>
                </a:solidFill>
                <a:ea typeface="+mn-lt"/>
                <a:cs typeface="+mn-lt"/>
              </a:rPr>
            </a:br>
            <a:r>
              <a:rPr lang="en-US" sz="3600" b="1" err="1">
                <a:solidFill>
                  <a:srgbClr val="0070C0"/>
                </a:solidFill>
                <a:ea typeface="+mn-lt"/>
                <a:cs typeface="+mn-lt"/>
              </a:rPr>
              <a:t>ਵਾਹਿਗੁਰੂ</a:t>
            </a:r>
            <a:r>
              <a:rPr lang="en-US" sz="3600" b="1" dirty="0">
                <a:solidFill>
                  <a:srgbClr val="0070C0"/>
                </a:solidFill>
                <a:ea typeface="+mn-lt"/>
                <a:cs typeface="+mn-lt"/>
              </a:rPr>
              <a:t> </a:t>
            </a:r>
            <a:r>
              <a:rPr lang="en-US" sz="3600" b="1" err="1">
                <a:solidFill>
                  <a:srgbClr val="0070C0"/>
                </a:solidFill>
                <a:ea typeface="+mn-lt"/>
                <a:cs typeface="+mn-lt"/>
              </a:rPr>
              <a:t>ਜੀ</a:t>
            </a:r>
            <a:r>
              <a:rPr lang="en-US" sz="3600" b="1" dirty="0">
                <a:solidFill>
                  <a:srgbClr val="0070C0"/>
                </a:solidFill>
                <a:ea typeface="+mn-lt"/>
                <a:cs typeface="+mn-lt"/>
              </a:rPr>
              <a:t> </a:t>
            </a:r>
            <a:r>
              <a:rPr lang="en-US" sz="3600" b="1" err="1">
                <a:solidFill>
                  <a:srgbClr val="0070C0"/>
                </a:solidFill>
                <a:ea typeface="+mn-lt"/>
                <a:cs typeface="+mn-lt"/>
              </a:rPr>
              <a:t>ਕੀ</a:t>
            </a:r>
            <a:r>
              <a:rPr lang="en-US" sz="3600" b="1" dirty="0">
                <a:solidFill>
                  <a:srgbClr val="0070C0"/>
                </a:solidFill>
                <a:ea typeface="+mn-lt"/>
                <a:cs typeface="+mn-lt"/>
              </a:rPr>
              <a:t> </a:t>
            </a:r>
            <a:r>
              <a:rPr lang="en-US" sz="3600" b="1" err="1">
                <a:solidFill>
                  <a:srgbClr val="0070C0"/>
                </a:solidFill>
                <a:ea typeface="+mn-lt"/>
                <a:cs typeface="+mn-lt"/>
              </a:rPr>
              <a:t>ਫ਼ਤਹ</a:t>
            </a:r>
            <a:r>
              <a:rPr lang="en-US" sz="3600" b="1" dirty="0">
                <a:solidFill>
                  <a:srgbClr val="0070C0"/>
                </a:solidFill>
                <a:ea typeface="+mn-lt"/>
                <a:cs typeface="+mn-lt"/>
              </a:rPr>
              <a:t> ॥ </a:t>
            </a:r>
            <a:endParaRPr lang="en-US" sz="3600" b="1">
              <a:solidFill>
                <a:srgbClr val="0070C0"/>
              </a:solidFill>
            </a:endParaRPr>
          </a:p>
        </p:txBody>
      </p:sp>
    </p:spTree>
    <p:extLst>
      <p:ext uri="{BB962C8B-B14F-4D97-AF65-F5344CB8AC3E}">
        <p14:creationId xmlns:p14="http://schemas.microsoft.com/office/powerpoint/2010/main" val="2491521666"/>
      </p:ext>
    </p:extLst>
  </p:cSld>
  <p:clrMapOvr>
    <a:masterClrMapping/>
  </p:clrMapOvr>
</p:sld>
</file>

<file path=ppt/theme/theme1.xml><?xml version="1.0" encoding="utf-8"?>
<a:theme xmlns:a="http://schemas.openxmlformats.org/drawingml/2006/main" name="EncaseVTI">
  <a:themeElements>
    <a:clrScheme name="Encase">
      <a:dk1>
        <a:sysClr val="windowText" lastClr="000000"/>
      </a:dk1>
      <a:lt1>
        <a:sysClr val="window" lastClr="FFFFFF"/>
      </a:lt1>
      <a:dk2>
        <a:srgbClr val="1E2121"/>
      </a:dk2>
      <a:lt2>
        <a:srgbClr val="EFECEB"/>
      </a:lt2>
      <a:accent1>
        <a:srgbClr val="717059"/>
      </a:accent1>
      <a:accent2>
        <a:srgbClr val="B9A17E"/>
      </a:accent2>
      <a:accent3>
        <a:srgbClr val="766752"/>
      </a:accent3>
      <a:accent4>
        <a:srgbClr val="A28578"/>
      </a:accent4>
      <a:accent5>
        <a:srgbClr val="6E736D"/>
      </a:accent5>
      <a:accent6>
        <a:srgbClr val="BE8366"/>
      </a:accent6>
      <a:hlink>
        <a:srgbClr val="B5714F"/>
      </a:hlink>
      <a:folHlink>
        <a:srgbClr val="7B6B4C"/>
      </a:folHlink>
    </a:clrScheme>
    <a:fontScheme name="Avenir">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ncaseVTI" id="{C293990F-FDB3-4ED3-8175-FB79CE5A2A12}" vid="{A5662C19-271F-459F-B4ED-861A98237642}"/>
    </a:ext>
  </a:extLst>
</a:theme>
</file>

<file path=docProps/app.xml><?xml version="1.0" encoding="utf-8"?>
<Properties xmlns="http://schemas.openxmlformats.org/officeDocument/2006/extended-properties" xmlns:vt="http://schemas.openxmlformats.org/officeDocument/2006/docPropsVTypes">
  <TotalTime>4</TotalTime>
  <Words>312</Words>
  <Application>Microsoft Office PowerPoint</Application>
  <PresentationFormat>Widescreen</PresentationFormat>
  <Paragraphs>41</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EncaseVTI</vt:lpstr>
      <vt:lpstr>Waheguru Ji Ka Khalsa Waheguru Ji Ki Fateh</vt:lpstr>
      <vt:lpstr>Coding Program  Updates and impact</vt:lpstr>
      <vt:lpstr>Program Overview  </vt:lpstr>
      <vt:lpstr>Progress: Year 1 [2022-23]  </vt:lpstr>
      <vt:lpstr>Progress: Year 2 [2023-24]  </vt:lpstr>
      <vt:lpstr>Plans for Year 3 (2024-25)  </vt:lpstr>
      <vt:lpstr>Beginner Scratch Program </vt:lpstr>
      <vt:lpstr>Advanced Scratch Program </vt:lpstr>
      <vt:lpstr>Python Beginner Program </vt:lpstr>
      <vt:lpstr>Thank You  </vt:lpstr>
      <vt:lpstr>Waheguru Ji Ka Khalsa Waheguru Ji Ki Fateh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Sanjsaini@hotmail.com</dc:creator>
  <cp:lastModifiedBy>Gobinder Saini</cp:lastModifiedBy>
  <cp:revision>181</cp:revision>
  <dcterms:created xsi:type="dcterms:W3CDTF">2024-09-22T00:01:03Z</dcterms:created>
  <dcterms:modified xsi:type="dcterms:W3CDTF">2026-01-21T04:25:26Z</dcterms:modified>
</cp:coreProperties>
</file>